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258" r:id="rId6"/>
    <p:sldId id="324" r:id="rId7"/>
    <p:sldId id="32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ogo Intro A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942333"/>
            <a:ext cx="1652388" cy="9733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ogo Intro B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8" r:id="rId3"/>
    <p:sldLayoutId id="2147483660" r:id="rId4"/>
    <p:sldLayoutId id="2147483670" r:id="rId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INSERT TITLE"/>
          <p:cNvSpPr txBox="1"/>
          <p:nvPr/>
        </p:nvSpPr>
        <p:spPr>
          <a:xfrm>
            <a:off x="5634355" y="6034186"/>
            <a:ext cx="923290" cy="3200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TITLE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INSERT TITLE TEXT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TITLE TEXT</a:t>
            </a:r>
          </a:p>
        </p:txBody>
      </p:sp>
      <p:sp>
        <p:nvSpPr>
          <p:cNvPr id="237" name="INSERT TITLE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557530">
              <a:lnSpc>
                <a:spcPct val="70000"/>
              </a:lnSpc>
              <a:defRPr sz="6100" cap="all" spc="-45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TITLE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</Words>
  <Application>Microsoft Office PowerPoint</Application>
  <PresentationFormat>宽屏</PresentationFormat>
  <Paragraphs>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MAD Sans Fill Bold</vt:lpstr>
      <vt:lpstr>MAD Sans Fill Regular</vt:lpstr>
      <vt:lpstr>Neue Plak Extended Black</vt:lpstr>
      <vt:lpstr>Arial</vt:lpstr>
      <vt:lpstr>SECTION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