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62" r:id="rId5"/>
    <p:sldId id="263" r:id="rId6"/>
    <p:sldId id="264" r:id="rId7"/>
    <p:sldId id="265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: Gra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" y="531"/>
            <a:ext cx="12164968" cy="6858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: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peaker Slide: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089"/>
            <a:ext cx="12192000" cy="68732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60" r:id="rId4"/>
    <p:sldLayoutId id="2147483667" r:id="rId5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insert section title"/>
          <p:cNvSpPr txBox="1"/>
          <p:nvPr/>
        </p:nvSpPr>
        <p:spPr>
          <a:xfrm>
            <a:off x="89140" y="2037904"/>
            <a:ext cx="12013720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475615">
              <a:lnSpc>
                <a:spcPct val="70000"/>
              </a:lnSpc>
              <a:defRPr sz="12480" cap="all" spc="-92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rPr lang="en-US"/>
              <a:t>SS26 Seasonal Handoff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insert section title"/>
          <p:cNvSpPr txBox="1"/>
          <p:nvPr/>
        </p:nvSpPr>
        <p:spPr>
          <a:xfrm>
            <a:off x="2244436" y="2037904"/>
            <a:ext cx="7703128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475615">
              <a:lnSpc>
                <a:spcPct val="70000"/>
              </a:lnSpc>
              <a:defRPr sz="12480" cap="all" spc="-92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insert section title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insert section title"/>
          <p:cNvSpPr txBox="1"/>
          <p:nvPr/>
        </p:nvSpPr>
        <p:spPr>
          <a:xfrm>
            <a:off x="2244436" y="2037904"/>
            <a:ext cx="7703128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475615">
              <a:lnSpc>
                <a:spcPct val="70000"/>
              </a:lnSpc>
              <a:defRPr sz="12480" cap="all" spc="-92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insert section title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Insert statement text"/>
          <p:cNvSpPr txBox="1"/>
          <p:nvPr/>
        </p:nvSpPr>
        <p:spPr>
          <a:xfrm>
            <a:off x="513324" y="2037904"/>
            <a:ext cx="11165352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0" cap="all" spc="-74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Insert statement text</a:t>
            </a:r>
          </a:p>
        </p:txBody>
      </p:sp>
      <p:pic>
        <p:nvPicPr>
          <p:cNvPr id="2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</Words>
  <Application>Microsoft Office PowerPoint</Application>
  <PresentationFormat>宽屏</PresentationFormat>
  <Paragraphs>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MAD Sans Fill Bold</vt:lpstr>
      <vt:lpstr>MAD Sans Fill Regular</vt:lpstr>
      <vt:lpstr>Neue Plak Extended Black</vt:lpstr>
      <vt:lpstr>Arial</vt:lpstr>
      <vt:lpstr>SECTION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2026-06-20T05:07:25Z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