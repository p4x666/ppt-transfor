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"/>
  </p:notesMasterIdLst>
  <p:sldIdLst>
    <p:sldId id="291" r:id="rId5"/>
    <p:sldId id="311" r:id="rId6"/>
    <p:sldId id="312" r:id="rId7"/>
    <p:sldId id="313" r:id="rId8"/>
    <p:sldId id="314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Click to Insert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2" r:id="rId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itle text"/>
          <p:cNvSpPr txBox="1"/>
          <p:nvPr/>
        </p:nvSpPr>
        <p:spPr>
          <a:xfrm>
            <a:off x="39167" y="2072200"/>
            <a:ext cx="3849986" cy="18072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429" name="title text"/>
          <p:cNvSpPr txBox="1"/>
          <p:nvPr/>
        </p:nvSpPr>
        <p:spPr>
          <a:xfrm>
            <a:off x="4179461" y="2072200"/>
            <a:ext cx="3849987" cy="18072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430" name="title text"/>
          <p:cNvSpPr txBox="1"/>
          <p:nvPr/>
        </p:nvSpPr>
        <p:spPr>
          <a:xfrm>
            <a:off x="8302847" y="2072200"/>
            <a:ext cx="3849987" cy="18072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4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2" name="TextBox 8"/>
          <p:cNvSpPr txBox="1"/>
          <p:nvPr/>
        </p:nvSpPr>
        <p:spPr>
          <a:xfrm>
            <a:off x="2518538" y="385083"/>
            <a:ext cx="7154924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 Text</a:t>
            </a:r>
          </a:p>
        </p:txBody>
      </p:sp>
      <p:sp>
        <p:nvSpPr>
          <p:cNvPr id="433" name="TextBox 8"/>
          <p:cNvSpPr txBox="1"/>
          <p:nvPr/>
        </p:nvSpPr>
        <p:spPr>
          <a:xfrm>
            <a:off x="37840" y="3786040"/>
            <a:ext cx="3852640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Subtitle Text</a:t>
            </a:r>
          </a:p>
        </p:txBody>
      </p:sp>
      <p:sp>
        <p:nvSpPr>
          <p:cNvPr id="434" name="TextBox 8"/>
          <p:cNvSpPr txBox="1"/>
          <p:nvPr/>
        </p:nvSpPr>
        <p:spPr>
          <a:xfrm>
            <a:off x="4169680" y="3786040"/>
            <a:ext cx="3852640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Subtitle Text</a:t>
            </a:r>
          </a:p>
        </p:txBody>
      </p:sp>
      <p:sp>
        <p:nvSpPr>
          <p:cNvPr id="435" name="TextBox 8"/>
          <p:cNvSpPr txBox="1"/>
          <p:nvPr/>
        </p:nvSpPr>
        <p:spPr>
          <a:xfrm>
            <a:off x="8318430" y="3786040"/>
            <a:ext cx="3852639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Subtitle Text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TEAMMATES</a:t>
            </a:r>
          </a:p>
        </p:txBody>
      </p:sp>
      <p:sp>
        <p:nvSpPr>
          <p:cNvPr id="1982" name="Rectangle 59"/>
          <p:cNvSpPr/>
          <p:nvPr/>
        </p:nvSpPr>
        <p:spPr>
          <a:xfrm>
            <a:off x="705626" y="2049808"/>
            <a:ext cx="3323836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1983" name="Rectangle 57"/>
          <p:cNvSpPr/>
          <p:nvPr/>
        </p:nvSpPr>
        <p:spPr>
          <a:xfrm>
            <a:off x="705626" y="2049808"/>
            <a:ext cx="3323838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1986" name="Rectangle 58"/>
          <p:cNvGrpSpPr/>
          <p:nvPr/>
        </p:nvGrpSpPr>
        <p:grpSpPr>
          <a:xfrm>
            <a:off x="692310" y="4986839"/>
            <a:ext cx="3338214" cy="1149584"/>
            <a:chOff x="-13315" y="-852"/>
            <a:chExt cx="3338213" cy="1149583"/>
          </a:xfrm>
        </p:grpSpPr>
        <p:sp>
          <p:nvSpPr>
            <p:cNvPr id="1984" name="Rectangle"/>
            <p:cNvSpPr/>
            <p:nvPr/>
          </p:nvSpPr>
          <p:spPr>
            <a:xfrm>
              <a:off x="0" y="-1"/>
              <a:ext cx="3323836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1985" name="Insert Name…"/>
            <p:cNvSpPr txBox="1"/>
            <p:nvPr/>
          </p:nvSpPr>
          <p:spPr>
            <a:xfrm>
              <a:off x="-13315" y="-852"/>
              <a:ext cx="3338213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1987" name="IMAGE PLACEHOLDER"/>
          <p:cNvSpPr txBox="1"/>
          <p:nvPr/>
        </p:nvSpPr>
        <p:spPr>
          <a:xfrm>
            <a:off x="698766" y="1383172"/>
            <a:ext cx="3337556" cy="3598961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1988" name="Rectangle 59"/>
          <p:cNvSpPr/>
          <p:nvPr/>
        </p:nvSpPr>
        <p:spPr>
          <a:xfrm>
            <a:off x="4437309" y="2053744"/>
            <a:ext cx="3323837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1989" name="Rectangle 57"/>
          <p:cNvSpPr/>
          <p:nvPr/>
        </p:nvSpPr>
        <p:spPr>
          <a:xfrm>
            <a:off x="4437309" y="2053744"/>
            <a:ext cx="3323838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1992" name="Rectangle 58"/>
          <p:cNvGrpSpPr/>
          <p:nvPr/>
        </p:nvGrpSpPr>
        <p:grpSpPr>
          <a:xfrm>
            <a:off x="4423993" y="4990776"/>
            <a:ext cx="3338215" cy="1149584"/>
            <a:chOff x="-13315" y="-852"/>
            <a:chExt cx="3338213" cy="1149583"/>
          </a:xfrm>
        </p:grpSpPr>
        <p:sp>
          <p:nvSpPr>
            <p:cNvPr id="1990" name="Rectangle"/>
            <p:cNvSpPr/>
            <p:nvPr/>
          </p:nvSpPr>
          <p:spPr>
            <a:xfrm>
              <a:off x="0" y="-1"/>
              <a:ext cx="3323836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1991" name="Insert Name…"/>
            <p:cNvSpPr txBox="1"/>
            <p:nvPr/>
          </p:nvSpPr>
          <p:spPr>
            <a:xfrm>
              <a:off x="-13315" y="-852"/>
              <a:ext cx="3338213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1993" name="IMAGE PLACEHOLDER"/>
          <p:cNvSpPr txBox="1"/>
          <p:nvPr/>
        </p:nvSpPr>
        <p:spPr>
          <a:xfrm>
            <a:off x="4430450" y="1371363"/>
            <a:ext cx="3337556" cy="3614706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1994" name="Rectangle 59"/>
          <p:cNvSpPr/>
          <p:nvPr/>
        </p:nvSpPr>
        <p:spPr>
          <a:xfrm>
            <a:off x="8169650" y="2053744"/>
            <a:ext cx="3323837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1995" name="Rectangle 57"/>
          <p:cNvSpPr/>
          <p:nvPr/>
        </p:nvSpPr>
        <p:spPr>
          <a:xfrm>
            <a:off x="8169650" y="2053744"/>
            <a:ext cx="3323838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1998" name="Rectangle 58"/>
          <p:cNvGrpSpPr/>
          <p:nvPr/>
        </p:nvGrpSpPr>
        <p:grpSpPr>
          <a:xfrm>
            <a:off x="8156335" y="4990776"/>
            <a:ext cx="3338214" cy="1149584"/>
            <a:chOff x="-13315" y="-852"/>
            <a:chExt cx="3338213" cy="1149583"/>
          </a:xfrm>
        </p:grpSpPr>
        <p:sp>
          <p:nvSpPr>
            <p:cNvPr id="1996" name="Rectangle"/>
            <p:cNvSpPr/>
            <p:nvPr/>
          </p:nvSpPr>
          <p:spPr>
            <a:xfrm>
              <a:off x="0" y="-1"/>
              <a:ext cx="3323836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1997" name="Insert Name…"/>
            <p:cNvSpPr txBox="1"/>
            <p:nvPr/>
          </p:nvSpPr>
          <p:spPr>
            <a:xfrm>
              <a:off x="-13315" y="-852"/>
              <a:ext cx="3338213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1999" name="IMAGE PLACEHOLDER"/>
          <p:cNvSpPr txBox="1"/>
          <p:nvPr/>
        </p:nvSpPr>
        <p:spPr>
          <a:xfrm>
            <a:off x="8162791" y="1371363"/>
            <a:ext cx="3337556" cy="3614706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TEAMMATES</a:t>
            </a:r>
          </a:p>
        </p:txBody>
      </p:sp>
      <p:sp>
        <p:nvSpPr>
          <p:cNvPr id="2002" name="Rectangle 59"/>
          <p:cNvSpPr/>
          <p:nvPr/>
        </p:nvSpPr>
        <p:spPr>
          <a:xfrm>
            <a:off x="702296" y="2049808"/>
            <a:ext cx="2492619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2003" name="Rectangle 57"/>
          <p:cNvSpPr/>
          <p:nvPr/>
        </p:nvSpPr>
        <p:spPr>
          <a:xfrm>
            <a:off x="702296" y="2049808"/>
            <a:ext cx="2492620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2006" name="Rectangle 58"/>
          <p:cNvGrpSpPr/>
          <p:nvPr/>
        </p:nvGrpSpPr>
        <p:grpSpPr>
          <a:xfrm>
            <a:off x="692310" y="4986839"/>
            <a:ext cx="2503402" cy="1149584"/>
            <a:chOff x="-9986" y="-852"/>
            <a:chExt cx="2503401" cy="1149583"/>
          </a:xfrm>
        </p:grpSpPr>
        <p:sp>
          <p:nvSpPr>
            <p:cNvPr id="2004" name="Rectangle"/>
            <p:cNvSpPr/>
            <p:nvPr/>
          </p:nvSpPr>
          <p:spPr>
            <a:xfrm>
              <a:off x="0" y="-1"/>
              <a:ext cx="2492619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2005" name="Insert Name…"/>
            <p:cNvSpPr txBox="1"/>
            <p:nvPr/>
          </p:nvSpPr>
          <p:spPr>
            <a:xfrm>
              <a:off x="-9986" y="-852"/>
              <a:ext cx="2503401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2007" name="IMAGE PLACEHOLDER"/>
          <p:cNvSpPr txBox="1"/>
          <p:nvPr/>
        </p:nvSpPr>
        <p:spPr>
          <a:xfrm>
            <a:off x="697152" y="1383172"/>
            <a:ext cx="2502907" cy="3598961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08" name="Rectangle 59"/>
          <p:cNvSpPr/>
          <p:nvPr/>
        </p:nvSpPr>
        <p:spPr>
          <a:xfrm>
            <a:off x="3500768" y="2053744"/>
            <a:ext cx="2492620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2009" name="Rectangle 57"/>
          <p:cNvSpPr/>
          <p:nvPr/>
        </p:nvSpPr>
        <p:spPr>
          <a:xfrm>
            <a:off x="3500768" y="2053744"/>
            <a:ext cx="2492621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2012" name="Rectangle 58"/>
          <p:cNvGrpSpPr/>
          <p:nvPr/>
        </p:nvGrpSpPr>
        <p:grpSpPr>
          <a:xfrm>
            <a:off x="3490782" y="4990776"/>
            <a:ext cx="2503403" cy="1149584"/>
            <a:chOff x="-9986" y="-852"/>
            <a:chExt cx="2503401" cy="1149583"/>
          </a:xfrm>
        </p:grpSpPr>
        <p:sp>
          <p:nvSpPr>
            <p:cNvPr id="2010" name="Rectangle"/>
            <p:cNvSpPr/>
            <p:nvPr/>
          </p:nvSpPr>
          <p:spPr>
            <a:xfrm>
              <a:off x="0" y="-1"/>
              <a:ext cx="2492619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2011" name="Insert Name…"/>
            <p:cNvSpPr txBox="1"/>
            <p:nvPr/>
          </p:nvSpPr>
          <p:spPr>
            <a:xfrm>
              <a:off x="-9986" y="-852"/>
              <a:ext cx="2503401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2013" name="IMAGE PLACEHOLDER"/>
          <p:cNvSpPr txBox="1"/>
          <p:nvPr/>
        </p:nvSpPr>
        <p:spPr>
          <a:xfrm>
            <a:off x="3495624" y="1371363"/>
            <a:ext cx="2502908" cy="3614706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14" name="Rectangle 59"/>
          <p:cNvSpPr/>
          <p:nvPr/>
        </p:nvSpPr>
        <p:spPr>
          <a:xfrm>
            <a:off x="6299734" y="2053744"/>
            <a:ext cx="2492619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2015" name="Rectangle 57"/>
          <p:cNvSpPr/>
          <p:nvPr/>
        </p:nvSpPr>
        <p:spPr>
          <a:xfrm>
            <a:off x="6299734" y="2053744"/>
            <a:ext cx="2492620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2018" name="Rectangle 58"/>
          <p:cNvGrpSpPr/>
          <p:nvPr/>
        </p:nvGrpSpPr>
        <p:grpSpPr>
          <a:xfrm>
            <a:off x="6289748" y="4990776"/>
            <a:ext cx="2503402" cy="1149584"/>
            <a:chOff x="-9986" y="-852"/>
            <a:chExt cx="2503401" cy="1149583"/>
          </a:xfrm>
        </p:grpSpPr>
        <p:sp>
          <p:nvSpPr>
            <p:cNvPr id="2016" name="Rectangle"/>
            <p:cNvSpPr/>
            <p:nvPr/>
          </p:nvSpPr>
          <p:spPr>
            <a:xfrm>
              <a:off x="0" y="-1"/>
              <a:ext cx="2492619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2017" name="Insert Name…"/>
            <p:cNvSpPr txBox="1"/>
            <p:nvPr/>
          </p:nvSpPr>
          <p:spPr>
            <a:xfrm>
              <a:off x="-9986" y="-852"/>
              <a:ext cx="2503401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2019" name="IMAGE PLACEHOLDER"/>
          <p:cNvSpPr txBox="1"/>
          <p:nvPr/>
        </p:nvSpPr>
        <p:spPr>
          <a:xfrm>
            <a:off x="6294590" y="1371363"/>
            <a:ext cx="2502907" cy="3614706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20" name="Rectangle 59"/>
          <p:cNvSpPr/>
          <p:nvPr/>
        </p:nvSpPr>
        <p:spPr>
          <a:xfrm>
            <a:off x="9102555" y="2060094"/>
            <a:ext cx="2492619" cy="22578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defRPr>
            </a:pPr>
            <a:endParaRPr/>
          </a:p>
        </p:txBody>
      </p:sp>
      <p:sp>
        <p:nvSpPr>
          <p:cNvPr id="2021" name="Rectangle 57"/>
          <p:cNvSpPr/>
          <p:nvPr/>
        </p:nvSpPr>
        <p:spPr>
          <a:xfrm>
            <a:off x="9102555" y="2060094"/>
            <a:ext cx="2492620" cy="4086617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38100" dist="127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grpSp>
        <p:nvGrpSpPr>
          <p:cNvPr id="2024" name="Rectangle 58"/>
          <p:cNvGrpSpPr/>
          <p:nvPr/>
        </p:nvGrpSpPr>
        <p:grpSpPr>
          <a:xfrm>
            <a:off x="9092569" y="4997126"/>
            <a:ext cx="2503402" cy="1149584"/>
            <a:chOff x="-9986" y="-852"/>
            <a:chExt cx="2503401" cy="1149583"/>
          </a:xfrm>
        </p:grpSpPr>
        <p:sp>
          <p:nvSpPr>
            <p:cNvPr id="2022" name="Rectangle"/>
            <p:cNvSpPr/>
            <p:nvPr/>
          </p:nvSpPr>
          <p:spPr>
            <a:xfrm>
              <a:off x="0" y="-1"/>
              <a:ext cx="2492619" cy="114873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solidFill>
                    <a:srgbClr val="F0F0FA"/>
                  </a:solidFill>
                  <a:latin typeface="Neue Plak Text Regular"/>
                  <a:ea typeface="Neue Plak Text Regular"/>
                  <a:cs typeface="Neue Plak Text Regular"/>
                  <a:sym typeface="Neue Plak Text Regular"/>
                </a:defRPr>
              </a:pPr>
              <a:endParaRPr/>
            </a:p>
          </p:txBody>
        </p:sp>
        <p:sp>
          <p:nvSpPr>
            <p:cNvPr id="2023" name="Insert Name…"/>
            <p:cNvSpPr txBox="1"/>
            <p:nvPr/>
          </p:nvSpPr>
          <p:spPr>
            <a:xfrm>
              <a:off x="-9986" y="-852"/>
              <a:ext cx="2503401" cy="11463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r>
                <a:t>Insert Name</a:t>
              </a:r>
              <a:endParaRPr>
                <a:solidFill>
                  <a:srgbClr val="F0F0FA"/>
                </a:solidFill>
                <a:latin typeface="Neue Plak Text Regular"/>
                <a:ea typeface="Neue Plak Text Regular"/>
                <a:cs typeface="Neue Plak Text Regular"/>
                <a:sym typeface="Neue Plak Text Regular"/>
              </a:endParaRPr>
            </a:p>
            <a:p>
              <a:pPr algn="ctr" defTabSz="457200">
                <a:lnSpc>
                  <a:spcPct val="80000"/>
                </a:lnSpc>
                <a:defRPr sz="2000">
                  <a:solidFill>
                    <a:srgbClr val="000000"/>
                  </a:solidFill>
                  <a:latin typeface="Neue Plak Regular"/>
                  <a:ea typeface="Neue Plak Regular"/>
                  <a:cs typeface="Neue Plak Regular"/>
                  <a:sym typeface="Neue Plak Regular"/>
                </a:defRPr>
              </a:pPr>
              <a:endParaRPr sz="1400" b="1">
                <a:latin typeface="Neue Plak Extended Black"/>
                <a:ea typeface="Neue Plak Extended Black"/>
                <a:cs typeface="Neue Plak Extended Black"/>
                <a:sym typeface="Neue Plak Extended Black"/>
              </a:endParaRPr>
            </a:p>
            <a:p>
              <a:pPr algn="ctr">
                <a:lnSpc>
                  <a:spcPct val="80000"/>
                </a:lnSpc>
                <a:defRPr sz="1200">
                  <a:latin typeface="Neue Plak Light"/>
                  <a:ea typeface="Neue Plak Light"/>
                  <a:cs typeface="Neue Plak Light"/>
                  <a:sym typeface="Neue Plak Light"/>
                </a:defRPr>
              </a:pPr>
              <a:r>
                <a:t>INSERT TEXT HERE</a:t>
              </a:r>
            </a:p>
          </p:txBody>
        </p:sp>
      </p:grpSp>
      <p:sp>
        <p:nvSpPr>
          <p:cNvPr id="2025" name="IMAGE PLACEHOLDER"/>
          <p:cNvSpPr txBox="1"/>
          <p:nvPr/>
        </p:nvSpPr>
        <p:spPr>
          <a:xfrm>
            <a:off x="9097411" y="1377713"/>
            <a:ext cx="2502907" cy="3614706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TEAMMATES</a:t>
            </a:r>
          </a:p>
        </p:txBody>
      </p:sp>
      <p:sp>
        <p:nvSpPr>
          <p:cNvPr id="2028" name="Insert Name…"/>
          <p:cNvSpPr txBox="1"/>
          <p:nvPr/>
        </p:nvSpPr>
        <p:spPr>
          <a:xfrm>
            <a:off x="767515" y="4382634"/>
            <a:ext cx="2279762" cy="82165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Name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29" name="IMAGE PLACEHOLDER"/>
          <p:cNvSpPr/>
          <p:nvPr/>
        </p:nvSpPr>
        <p:spPr>
          <a:xfrm>
            <a:off x="734282" y="1993818"/>
            <a:ext cx="2266305" cy="2266305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30" name="Insert Name…"/>
          <p:cNvSpPr txBox="1"/>
          <p:nvPr/>
        </p:nvSpPr>
        <p:spPr>
          <a:xfrm>
            <a:off x="3559917" y="4375905"/>
            <a:ext cx="2279763" cy="8216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Name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31" name="IMAGE PLACEHOLDER"/>
          <p:cNvSpPr/>
          <p:nvPr/>
        </p:nvSpPr>
        <p:spPr>
          <a:xfrm>
            <a:off x="3526684" y="1987089"/>
            <a:ext cx="2266305" cy="2266305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32" name="Insert Name…"/>
          <p:cNvSpPr txBox="1"/>
          <p:nvPr/>
        </p:nvSpPr>
        <p:spPr>
          <a:xfrm>
            <a:off x="6385553" y="4375905"/>
            <a:ext cx="2279762" cy="8216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Name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33" name="IMAGE PLACEHOLDER"/>
          <p:cNvSpPr/>
          <p:nvPr/>
        </p:nvSpPr>
        <p:spPr>
          <a:xfrm>
            <a:off x="6352320" y="1987089"/>
            <a:ext cx="2266305" cy="2266305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34" name="Insert Name…"/>
          <p:cNvSpPr txBox="1"/>
          <p:nvPr/>
        </p:nvSpPr>
        <p:spPr>
          <a:xfrm>
            <a:off x="9177956" y="4369176"/>
            <a:ext cx="2279762" cy="82165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Name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35" name="IMAGE PLACEHOLDER"/>
          <p:cNvSpPr/>
          <p:nvPr/>
        </p:nvSpPr>
        <p:spPr>
          <a:xfrm>
            <a:off x="9144723" y="1980361"/>
            <a:ext cx="2266305" cy="2266305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TEAMMATES</a:t>
            </a:r>
          </a:p>
        </p:txBody>
      </p:sp>
      <p:sp>
        <p:nvSpPr>
          <p:cNvPr id="2038" name="IMAGE PLACEHOLDER"/>
          <p:cNvSpPr/>
          <p:nvPr/>
        </p:nvSpPr>
        <p:spPr>
          <a:xfrm>
            <a:off x="1467779" y="1361868"/>
            <a:ext cx="1944782" cy="1944782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39" name="IMAGE PLACEHOLDER"/>
          <p:cNvSpPr/>
          <p:nvPr/>
        </p:nvSpPr>
        <p:spPr>
          <a:xfrm>
            <a:off x="3864020" y="1356094"/>
            <a:ext cx="1944782" cy="1944782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0" name="IMAGE PLACEHOLDER"/>
          <p:cNvSpPr/>
          <p:nvPr/>
        </p:nvSpPr>
        <p:spPr>
          <a:xfrm>
            <a:off x="6288779" y="1356094"/>
            <a:ext cx="1944782" cy="1944782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1" name="Insert Name"/>
          <p:cNvSpPr txBox="1"/>
          <p:nvPr/>
        </p:nvSpPr>
        <p:spPr>
          <a:xfrm>
            <a:off x="1482039" y="3338136"/>
            <a:ext cx="1956329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42" name="Insert Name"/>
          <p:cNvSpPr txBox="1"/>
          <p:nvPr/>
        </p:nvSpPr>
        <p:spPr>
          <a:xfrm>
            <a:off x="3878280" y="3335624"/>
            <a:ext cx="1956329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43" name="Insert Name"/>
          <p:cNvSpPr txBox="1"/>
          <p:nvPr/>
        </p:nvSpPr>
        <p:spPr>
          <a:xfrm>
            <a:off x="6303038" y="3335624"/>
            <a:ext cx="1956330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44" name="Insert Name"/>
          <p:cNvSpPr txBox="1"/>
          <p:nvPr/>
        </p:nvSpPr>
        <p:spPr>
          <a:xfrm>
            <a:off x="8699279" y="3333113"/>
            <a:ext cx="1956330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45" name="IMAGE PLACEHOLDER"/>
          <p:cNvSpPr/>
          <p:nvPr/>
        </p:nvSpPr>
        <p:spPr>
          <a:xfrm>
            <a:off x="8685020" y="1350320"/>
            <a:ext cx="1944781" cy="1944782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6" name="IMAGE PLACEHOLDER"/>
          <p:cNvSpPr/>
          <p:nvPr/>
        </p:nvSpPr>
        <p:spPr>
          <a:xfrm>
            <a:off x="1522131" y="3921209"/>
            <a:ext cx="1944782" cy="194478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7" name="IMAGE PLACEHOLDER"/>
          <p:cNvSpPr/>
          <p:nvPr/>
        </p:nvSpPr>
        <p:spPr>
          <a:xfrm>
            <a:off x="3918372" y="3915435"/>
            <a:ext cx="1944782" cy="194478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8" name="IMAGE PLACEHOLDER"/>
          <p:cNvSpPr/>
          <p:nvPr/>
        </p:nvSpPr>
        <p:spPr>
          <a:xfrm>
            <a:off x="6343131" y="3915435"/>
            <a:ext cx="1944782" cy="194478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049" name="Insert Name"/>
          <p:cNvSpPr txBox="1"/>
          <p:nvPr/>
        </p:nvSpPr>
        <p:spPr>
          <a:xfrm>
            <a:off x="1536391" y="5897476"/>
            <a:ext cx="1956330" cy="30667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50" name="Insert Name"/>
          <p:cNvSpPr txBox="1"/>
          <p:nvPr/>
        </p:nvSpPr>
        <p:spPr>
          <a:xfrm>
            <a:off x="3932632" y="5894965"/>
            <a:ext cx="1956330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51" name="Insert Name"/>
          <p:cNvSpPr txBox="1"/>
          <p:nvPr/>
        </p:nvSpPr>
        <p:spPr>
          <a:xfrm>
            <a:off x="6357391" y="5894965"/>
            <a:ext cx="1956329" cy="30667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52" name="Insert Name"/>
          <p:cNvSpPr txBox="1"/>
          <p:nvPr/>
        </p:nvSpPr>
        <p:spPr>
          <a:xfrm>
            <a:off x="8753632" y="5892453"/>
            <a:ext cx="1956330" cy="30667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 sz="14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Name</a:t>
            </a:r>
          </a:p>
        </p:txBody>
      </p:sp>
      <p:sp>
        <p:nvSpPr>
          <p:cNvPr id="2053" name="IMAGE PLACEHOLDER"/>
          <p:cNvSpPr/>
          <p:nvPr/>
        </p:nvSpPr>
        <p:spPr>
          <a:xfrm>
            <a:off x="8739372" y="3909660"/>
            <a:ext cx="1944782" cy="1944782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</Words>
  <Application>Microsoft Office PowerPoint</Application>
  <PresentationFormat>宽屏</PresentationFormat>
  <Paragraphs>71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MAD Sans Fill Bold</vt:lpstr>
      <vt:lpstr>MAD Sans Fill Regular</vt:lpstr>
      <vt:lpstr>Neue Plak Compressed Bold</vt:lpstr>
      <vt:lpstr>Neue Plak Extended Black</vt:lpstr>
      <vt:lpstr>Neue Plak Text Regular</vt:lpstr>
      <vt:lpstr>Arial</vt:lpstr>
      <vt:lpstr>SECTION</vt:lpstr>
      <vt:lpstr>PowerPoint 演示文稿</vt:lpstr>
      <vt:lpstr>TEAMMATES</vt:lpstr>
      <vt:lpstr>TEAMMATES</vt:lpstr>
      <vt:lpstr>TEAMMATES</vt:lpstr>
      <vt:lpstr>TEAMMATES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