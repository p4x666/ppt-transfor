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315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>
              <a:outerShdw blurRad="38100" dist="12700" dir="5400000" algn="tl">
                <a:srgbClr val="000000">
                  <a:alpha val="30000"/>
                </a:srgbClr>
              </a:outerShdw>
            </a:effectLst>
          </c:spPr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>
                <a:outerShdw blurRad="38100" dist="12700" dir="5400000" algn="tl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39E-4196-B7E9-48FAEED46E3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2700" cap="flat">
                <a:noFill/>
                <a:miter lim="400000"/>
              </a:ln>
              <a:effectLst>
                <a:outerShdw blurRad="38100" dist="12700" dir="5400000" algn="tl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39E-4196-B7E9-48FAEED46E3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2700" cap="flat">
                <a:noFill/>
                <a:miter lim="400000"/>
              </a:ln>
              <a:effectLst>
                <a:outerShdw blurRad="38100" dist="12700" dir="5400000" algn="tl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39E-4196-B7E9-48FAEED46E3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2700" cap="flat">
                <a:noFill/>
                <a:miter lim="400000"/>
              </a:ln>
              <a:effectLst>
                <a:outerShdw blurRad="38100" dist="12700" dir="5400000" algn="tl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39E-4196-B7E9-48FAEED46E3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2700" cap="flat">
                <a:noFill/>
                <a:miter lim="400000"/>
              </a:ln>
              <a:effectLst>
                <a:outerShdw blurRad="38100" dist="12700" dir="5400000" algn="tl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39E-4196-B7E9-48FAEED46E35}"/>
              </c:ext>
            </c:extLst>
          </c:dPt>
          <c:cat>
            <c:multiLvlStrRef>
              <c:f>Sheet1!$B$1:$G$1</c:f>
            </c:multiLvl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7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39E-4196-B7E9-48FAEED46E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75719243-ef14-4539-85e6-14740924614c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aphic Elem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"/>
          <p:cNvSpPr/>
          <p:nvPr/>
        </p:nvSpPr>
        <p:spPr>
          <a:xfrm>
            <a:off x="-3394" y="1319299"/>
            <a:ext cx="12198789" cy="5559993"/>
          </a:xfrm>
          <a:prstGeom prst="rect">
            <a:avLst/>
          </a:prstGeom>
          <a:solidFill>
            <a:srgbClr val="1D1D1D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36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Click to Insert title</a:t>
            </a:r>
          </a:p>
        </p:txBody>
      </p:sp>
      <p:pic>
        <p:nvPicPr>
          <p:cNvPr id="1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6"/>
            </a:lvl1pPr>
          </a:lstStyle>
          <a:p>
            <a:r>
              <a:t>Ring Chart Big</a:t>
            </a:r>
          </a:p>
        </p:txBody>
      </p:sp>
      <p:graphicFrame>
        <p:nvGraphicFramePr>
          <p:cNvPr id="2056" name="Chart 49"/>
          <p:cNvGraphicFramePr/>
          <p:nvPr/>
        </p:nvGraphicFramePr>
        <p:xfrm>
          <a:off x="4164965" y="2253695"/>
          <a:ext cx="3862070" cy="3862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57" name="Oval 5"/>
          <p:cNvSpPr/>
          <p:nvPr/>
        </p:nvSpPr>
        <p:spPr>
          <a:xfrm>
            <a:off x="4764504" y="2846328"/>
            <a:ext cx="2674449" cy="2674449"/>
          </a:xfrm>
          <a:prstGeom prst="ellipse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2058" name="Rectangle 37"/>
          <p:cNvSpPr txBox="1"/>
          <p:nvPr/>
        </p:nvSpPr>
        <p:spPr>
          <a:xfrm>
            <a:off x="5293642" y="3705047"/>
            <a:ext cx="1604717" cy="8407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lnSpc>
                <a:spcPct val="70000"/>
              </a:lnSpc>
              <a:spcBef>
                <a:spcPts val="600"/>
              </a:spcBef>
              <a:defRPr sz="4000" cap="all" spc="-66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Insert Text</a:t>
            </a:r>
          </a:p>
        </p:txBody>
      </p:sp>
      <p:sp>
        <p:nvSpPr>
          <p:cNvPr id="2059" name="Rectangle 31"/>
          <p:cNvSpPr txBox="1"/>
          <p:nvPr/>
        </p:nvSpPr>
        <p:spPr>
          <a:xfrm>
            <a:off x="9077106" y="2082874"/>
            <a:ext cx="1912297" cy="472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000" cap="all" spc="-39"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Text</a:t>
            </a:r>
          </a:p>
        </p:txBody>
      </p:sp>
      <p:sp>
        <p:nvSpPr>
          <p:cNvPr id="2060" name="Rectangle 32"/>
          <p:cNvSpPr txBox="1"/>
          <p:nvPr/>
        </p:nvSpPr>
        <p:spPr>
          <a:xfrm>
            <a:off x="9061666" y="2468982"/>
            <a:ext cx="2360112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1000" cap="all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Lorem Ipsum Dolor Sit Amet</a:t>
            </a:r>
          </a:p>
        </p:txBody>
      </p:sp>
      <p:pic>
        <p:nvPicPr>
          <p:cNvPr id="2061" name="Graphic 33" descr="Graphic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610" y="2105503"/>
            <a:ext cx="685801" cy="685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62" name="Rectangle 35"/>
          <p:cNvSpPr txBox="1"/>
          <p:nvPr/>
        </p:nvSpPr>
        <p:spPr>
          <a:xfrm>
            <a:off x="9077106" y="3171086"/>
            <a:ext cx="1912297" cy="472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000" cap="all" spc="-39"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Text</a:t>
            </a:r>
          </a:p>
        </p:txBody>
      </p:sp>
      <p:sp>
        <p:nvSpPr>
          <p:cNvPr id="2063" name="Rectangle 36"/>
          <p:cNvSpPr txBox="1"/>
          <p:nvPr/>
        </p:nvSpPr>
        <p:spPr>
          <a:xfrm>
            <a:off x="9061665" y="3557186"/>
            <a:ext cx="2360112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1000" cap="all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Lorem Ipsum Dolor Sit Amet</a:t>
            </a:r>
          </a:p>
        </p:txBody>
      </p:sp>
      <p:pic>
        <p:nvPicPr>
          <p:cNvPr id="2064" name="Graphic 38" descr="Graphic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608" y="3193713"/>
            <a:ext cx="685801" cy="685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65" name="Rectangle 66"/>
          <p:cNvSpPr txBox="1"/>
          <p:nvPr/>
        </p:nvSpPr>
        <p:spPr>
          <a:xfrm>
            <a:off x="9077106" y="4275280"/>
            <a:ext cx="1912297" cy="472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000" cap="all" spc="-39"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Text</a:t>
            </a:r>
          </a:p>
        </p:txBody>
      </p:sp>
      <p:sp>
        <p:nvSpPr>
          <p:cNvPr id="2066" name="Rectangle 67"/>
          <p:cNvSpPr txBox="1"/>
          <p:nvPr/>
        </p:nvSpPr>
        <p:spPr>
          <a:xfrm>
            <a:off x="9061666" y="4661381"/>
            <a:ext cx="2360111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1000" cap="all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Lorem Ipsum Dolor Sit Amet</a:t>
            </a:r>
          </a:p>
        </p:txBody>
      </p:sp>
      <p:pic>
        <p:nvPicPr>
          <p:cNvPr id="2067" name="Graphic 68" descr="Graphic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608" y="4297907"/>
            <a:ext cx="685801" cy="685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68" name="Rectangle 70"/>
          <p:cNvSpPr txBox="1"/>
          <p:nvPr/>
        </p:nvSpPr>
        <p:spPr>
          <a:xfrm>
            <a:off x="9099680" y="5442261"/>
            <a:ext cx="1912298" cy="472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000" cap="all" spc="-39"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Text</a:t>
            </a:r>
          </a:p>
        </p:txBody>
      </p:sp>
      <p:sp>
        <p:nvSpPr>
          <p:cNvPr id="2069" name="Rectangle 71"/>
          <p:cNvSpPr txBox="1"/>
          <p:nvPr/>
        </p:nvSpPr>
        <p:spPr>
          <a:xfrm>
            <a:off x="9084240" y="5828362"/>
            <a:ext cx="2337537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1000" cap="all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Lorem Ipsum Dolor Sit Amet</a:t>
            </a:r>
          </a:p>
        </p:txBody>
      </p:sp>
      <p:pic>
        <p:nvPicPr>
          <p:cNvPr id="2070" name="Graphic 72" descr="Graphic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183" y="5464888"/>
            <a:ext cx="685801" cy="685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1" name="Rectangle 74"/>
          <p:cNvSpPr txBox="1"/>
          <p:nvPr/>
        </p:nvSpPr>
        <p:spPr>
          <a:xfrm>
            <a:off x="1233478" y="2082874"/>
            <a:ext cx="1912297" cy="472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2000" cap="all" spc="-39"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Text</a:t>
            </a:r>
          </a:p>
        </p:txBody>
      </p:sp>
      <p:sp>
        <p:nvSpPr>
          <p:cNvPr id="2072" name="Rectangle 75"/>
          <p:cNvSpPr txBox="1"/>
          <p:nvPr/>
        </p:nvSpPr>
        <p:spPr>
          <a:xfrm>
            <a:off x="770222" y="2468982"/>
            <a:ext cx="2360112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1000" cap="all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Lorem Ipsum Dolor Sit Amet</a:t>
            </a:r>
          </a:p>
        </p:txBody>
      </p:sp>
      <p:pic>
        <p:nvPicPr>
          <p:cNvPr id="2073" name="Graphic 76" descr="Graphic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494" y="2105503"/>
            <a:ext cx="685801" cy="685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4" name="Rectangle 78"/>
          <p:cNvSpPr txBox="1"/>
          <p:nvPr/>
        </p:nvSpPr>
        <p:spPr>
          <a:xfrm>
            <a:off x="1233478" y="3171086"/>
            <a:ext cx="1912297" cy="472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2000" cap="all" spc="-39"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Text</a:t>
            </a:r>
          </a:p>
        </p:txBody>
      </p:sp>
      <p:sp>
        <p:nvSpPr>
          <p:cNvPr id="2075" name="Rectangle 79"/>
          <p:cNvSpPr txBox="1"/>
          <p:nvPr/>
        </p:nvSpPr>
        <p:spPr>
          <a:xfrm>
            <a:off x="770222" y="3557186"/>
            <a:ext cx="2360112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1000" cap="all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Lorem Ipsum Dolor Sit Amet</a:t>
            </a:r>
          </a:p>
        </p:txBody>
      </p:sp>
      <p:pic>
        <p:nvPicPr>
          <p:cNvPr id="2076" name="Graphic 80" descr="Graphic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493" y="3193713"/>
            <a:ext cx="685801" cy="685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7" name="Rectangle 82"/>
          <p:cNvSpPr txBox="1"/>
          <p:nvPr/>
        </p:nvSpPr>
        <p:spPr>
          <a:xfrm>
            <a:off x="1233478" y="4275280"/>
            <a:ext cx="1912297" cy="472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2000" cap="all" spc="-39"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Text</a:t>
            </a:r>
          </a:p>
        </p:txBody>
      </p:sp>
      <p:sp>
        <p:nvSpPr>
          <p:cNvPr id="2078" name="Rectangle 83"/>
          <p:cNvSpPr txBox="1"/>
          <p:nvPr/>
        </p:nvSpPr>
        <p:spPr>
          <a:xfrm>
            <a:off x="770223" y="4661381"/>
            <a:ext cx="2360111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1000" cap="all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Lorem Ipsum Dolor Sit Amet</a:t>
            </a:r>
          </a:p>
        </p:txBody>
      </p:sp>
      <p:pic>
        <p:nvPicPr>
          <p:cNvPr id="2079" name="Graphic 84" descr="Graphic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493" y="4297907"/>
            <a:ext cx="685801" cy="685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80" name="Rectangle 86"/>
          <p:cNvSpPr txBox="1"/>
          <p:nvPr/>
        </p:nvSpPr>
        <p:spPr>
          <a:xfrm>
            <a:off x="1233478" y="5442261"/>
            <a:ext cx="1912297" cy="472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2000" cap="all" spc="-39">
                <a:solidFill>
                  <a:srgbClr val="FFFFFF"/>
                </a:solidFill>
                <a:latin typeface="Neue Plak SemiBold"/>
                <a:ea typeface="Neue Plak SemiBold"/>
                <a:cs typeface="Neue Plak SemiBold"/>
                <a:sym typeface="Neue Plak SemiBold"/>
              </a:defRPr>
            </a:lvl1pPr>
          </a:lstStyle>
          <a:p>
            <a:r>
              <a:t>Text</a:t>
            </a:r>
          </a:p>
        </p:txBody>
      </p:sp>
      <p:sp>
        <p:nvSpPr>
          <p:cNvPr id="2081" name="Rectangle 87"/>
          <p:cNvSpPr txBox="1"/>
          <p:nvPr/>
        </p:nvSpPr>
        <p:spPr>
          <a:xfrm>
            <a:off x="792797" y="5828362"/>
            <a:ext cx="2337537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1000" cap="all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Lorem Ipsum Dolor Sit Amet</a:t>
            </a:r>
          </a:p>
        </p:txBody>
      </p:sp>
      <p:pic>
        <p:nvPicPr>
          <p:cNvPr id="2082" name="Graphic 88" descr="Graphic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067" y="5464888"/>
            <a:ext cx="685801" cy="6858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9182E1-703F-41E6-BC43-80893570CF53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9C3929ED-7080-4A79-B791-35EBBED7710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53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MAD Sans Fill Bold</vt:lpstr>
      <vt:lpstr>MAD Sans Fill Regular</vt:lpstr>
      <vt:lpstr>Neue Plak Compressed Bold</vt:lpstr>
      <vt:lpstr>Neue Plak Extended Black</vt:lpstr>
      <vt:lpstr>Arial</vt:lpstr>
      <vt:lpstr>SECTION</vt:lpstr>
      <vt:lpstr>Ring Chart Big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15</cp:revision>
  <dcterms:created xsi:type="dcterms:W3CDTF">2026-05-29T03:48:00Z</dcterms:created>
  <dcterms:modified xsi:type="dcterms:W3CDTF">2026-06-20T06:35:59Z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