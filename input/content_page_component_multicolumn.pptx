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82" r:id="rId5"/>
    <p:sldId id="283" r:id="rId6"/>
    <p:sldId id="284" r:id="rId7"/>
    <p:sldId id="285" r:id="rId8"/>
    <p:sldId id="286" r:id="rId9"/>
    <p:sldId id="287" r:id="rId10"/>
    <p:sldId id="28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"/>
          <p:cNvSpPr/>
          <p:nvPr/>
        </p:nvSpPr>
        <p:spPr>
          <a:xfrm>
            <a:off x="6034471" y="-5538"/>
            <a:ext cx="6162852" cy="6869076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12" name="Rectangle"/>
          <p:cNvSpPr/>
          <p:nvPr/>
        </p:nvSpPr>
        <p:spPr>
          <a:xfrm>
            <a:off x="-30723" y="-5538"/>
            <a:ext cx="6108766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13" name="title text"/>
          <p:cNvSpPr txBox="1"/>
          <p:nvPr/>
        </p:nvSpPr>
        <p:spPr>
          <a:xfrm>
            <a:off x="17019" y="2072200"/>
            <a:ext cx="6071277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14" name="title text"/>
          <p:cNvSpPr txBox="1"/>
          <p:nvPr/>
        </p:nvSpPr>
        <p:spPr>
          <a:xfrm>
            <a:off x="6075310" y="2072200"/>
            <a:ext cx="6081174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31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6" name="IMAGE PLACEHOLDER"/>
          <p:cNvSpPr txBox="1"/>
          <p:nvPr/>
        </p:nvSpPr>
        <p:spPr>
          <a:xfrm>
            <a:off x="17019" y="4552994"/>
            <a:ext cx="607127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17" name="IMAGE PLACEHOLDER"/>
          <p:cNvSpPr txBox="1"/>
          <p:nvPr/>
        </p:nvSpPr>
        <p:spPr>
          <a:xfrm>
            <a:off x="6080259" y="4552994"/>
            <a:ext cx="607127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"/>
          <p:cNvSpPr/>
          <p:nvPr/>
        </p:nvSpPr>
        <p:spPr>
          <a:xfrm>
            <a:off x="8125235" y="-5538"/>
            <a:ext cx="4072088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20" name="Rectangle"/>
          <p:cNvSpPr/>
          <p:nvPr/>
        </p:nvSpPr>
        <p:spPr>
          <a:xfrm>
            <a:off x="4012319" y="-5538"/>
            <a:ext cx="4108141" cy="6869076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21" name="Rectangle"/>
          <p:cNvSpPr/>
          <p:nvPr/>
        </p:nvSpPr>
        <p:spPr>
          <a:xfrm>
            <a:off x="-30723" y="-5538"/>
            <a:ext cx="4072088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22" name="title text"/>
          <p:cNvSpPr txBox="1"/>
          <p:nvPr/>
        </p:nvSpPr>
        <p:spPr>
          <a:xfrm>
            <a:off x="1101" y="2072200"/>
            <a:ext cx="3849987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23" name="title text"/>
          <p:cNvSpPr txBox="1"/>
          <p:nvPr/>
        </p:nvSpPr>
        <p:spPr>
          <a:xfrm>
            <a:off x="4141396" y="2072200"/>
            <a:ext cx="3849987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24" name="title text"/>
          <p:cNvSpPr txBox="1"/>
          <p:nvPr/>
        </p:nvSpPr>
        <p:spPr>
          <a:xfrm>
            <a:off x="8264782" y="2072200"/>
            <a:ext cx="3849986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32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6" name="IMAGE PLACEHOLDER"/>
          <p:cNvSpPr txBox="1"/>
          <p:nvPr/>
        </p:nvSpPr>
        <p:spPr>
          <a:xfrm>
            <a:off x="-49094" y="4286294"/>
            <a:ext cx="4108829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27" name="IMAGE PLACEHOLDER"/>
          <p:cNvSpPr txBox="1"/>
          <p:nvPr/>
        </p:nvSpPr>
        <p:spPr>
          <a:xfrm>
            <a:off x="4028885" y="4286294"/>
            <a:ext cx="4108830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28" name="IMAGE PLACEHOLDER"/>
          <p:cNvSpPr txBox="1"/>
          <p:nvPr/>
        </p:nvSpPr>
        <p:spPr>
          <a:xfrm>
            <a:off x="8135360" y="4286294"/>
            <a:ext cx="4051838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"/>
          <p:cNvSpPr/>
          <p:nvPr/>
        </p:nvSpPr>
        <p:spPr>
          <a:xfrm>
            <a:off x="9123101" y="-7347"/>
            <a:ext cx="3086923" cy="6872694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31" name="Rectangle"/>
          <p:cNvSpPr/>
          <p:nvPr/>
        </p:nvSpPr>
        <p:spPr>
          <a:xfrm>
            <a:off x="6085094" y="-7347"/>
            <a:ext cx="3059832" cy="6872694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32" name="Rectangle"/>
          <p:cNvSpPr/>
          <p:nvPr/>
        </p:nvSpPr>
        <p:spPr>
          <a:xfrm>
            <a:off x="3007283" y="-7347"/>
            <a:ext cx="3086923" cy="6872694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33" name="Rectangle"/>
          <p:cNvSpPr/>
          <p:nvPr/>
        </p:nvSpPr>
        <p:spPr>
          <a:xfrm>
            <a:off x="-30723" y="-7347"/>
            <a:ext cx="3059832" cy="6872694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34" name="title text"/>
          <p:cNvSpPr txBox="1"/>
          <p:nvPr/>
        </p:nvSpPr>
        <p:spPr>
          <a:xfrm>
            <a:off x="52722" y="2071485"/>
            <a:ext cx="2892941" cy="24329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3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91" y="-99"/>
            <a:ext cx="12198423" cy="68581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6" name="title text"/>
          <p:cNvSpPr txBox="1"/>
          <p:nvPr/>
        </p:nvSpPr>
        <p:spPr>
          <a:xfrm>
            <a:off x="3104274" y="2071485"/>
            <a:ext cx="2892941" cy="24329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37" name="title text"/>
          <p:cNvSpPr txBox="1"/>
          <p:nvPr/>
        </p:nvSpPr>
        <p:spPr>
          <a:xfrm>
            <a:off x="6155833" y="2071485"/>
            <a:ext cx="2892941" cy="24329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title text"/>
          <p:cNvSpPr txBox="1"/>
          <p:nvPr/>
        </p:nvSpPr>
        <p:spPr>
          <a:xfrm>
            <a:off x="9220092" y="2071485"/>
            <a:ext cx="2892941" cy="24329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39" name="IMAGE PLACEHOLDER"/>
          <p:cNvSpPr txBox="1"/>
          <p:nvPr/>
        </p:nvSpPr>
        <p:spPr>
          <a:xfrm>
            <a:off x="-22146" y="4292644"/>
            <a:ext cx="308276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40" name="IMAGE PLACEHOLDER"/>
          <p:cNvSpPr txBox="1"/>
          <p:nvPr/>
        </p:nvSpPr>
        <p:spPr>
          <a:xfrm>
            <a:off x="3037474" y="4292644"/>
            <a:ext cx="308276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41" name="IMAGE PLACEHOLDER"/>
          <p:cNvSpPr txBox="1"/>
          <p:nvPr/>
        </p:nvSpPr>
        <p:spPr>
          <a:xfrm>
            <a:off x="6105774" y="4292644"/>
            <a:ext cx="304000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42" name="IMAGE PLACEHOLDER"/>
          <p:cNvSpPr txBox="1"/>
          <p:nvPr/>
        </p:nvSpPr>
        <p:spPr>
          <a:xfrm>
            <a:off x="9128374" y="4292644"/>
            <a:ext cx="3040007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"/>
          <p:cNvSpPr/>
          <p:nvPr/>
        </p:nvSpPr>
        <p:spPr>
          <a:xfrm>
            <a:off x="7281889" y="-5538"/>
            <a:ext cx="2453402" cy="6869076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45" name="Rectangle"/>
          <p:cNvSpPr/>
          <p:nvPr/>
        </p:nvSpPr>
        <p:spPr>
          <a:xfrm>
            <a:off x="4867364" y="-5538"/>
            <a:ext cx="2431871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46" name="Rectangle"/>
          <p:cNvSpPr/>
          <p:nvPr/>
        </p:nvSpPr>
        <p:spPr>
          <a:xfrm>
            <a:off x="2411112" y="-5538"/>
            <a:ext cx="2453402" cy="6869076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47" name="Rectangle"/>
          <p:cNvSpPr/>
          <p:nvPr/>
        </p:nvSpPr>
        <p:spPr>
          <a:xfrm>
            <a:off x="-3412" y="-5538"/>
            <a:ext cx="2431870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48" name="title text"/>
          <p:cNvSpPr txBox="1"/>
          <p:nvPr/>
        </p:nvSpPr>
        <p:spPr>
          <a:xfrm>
            <a:off x="79925" y="2072200"/>
            <a:ext cx="2299231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49" name="title text"/>
          <p:cNvSpPr txBox="1"/>
          <p:nvPr/>
        </p:nvSpPr>
        <p:spPr>
          <a:xfrm>
            <a:off x="2488198" y="2072200"/>
            <a:ext cx="2299230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50" name="title text"/>
          <p:cNvSpPr txBox="1"/>
          <p:nvPr/>
        </p:nvSpPr>
        <p:spPr>
          <a:xfrm>
            <a:off x="4950702" y="2072200"/>
            <a:ext cx="2299230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51" name="title text"/>
          <p:cNvSpPr txBox="1"/>
          <p:nvPr/>
        </p:nvSpPr>
        <p:spPr>
          <a:xfrm>
            <a:off x="7369073" y="2072200"/>
            <a:ext cx="2299230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Rectangle"/>
          <p:cNvSpPr/>
          <p:nvPr/>
        </p:nvSpPr>
        <p:spPr>
          <a:xfrm>
            <a:off x="9738142" y="-5538"/>
            <a:ext cx="2431871" cy="686907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53" name="title text"/>
          <p:cNvSpPr txBox="1"/>
          <p:nvPr/>
        </p:nvSpPr>
        <p:spPr>
          <a:xfrm>
            <a:off x="9821479" y="2072200"/>
            <a:ext cx="2299230" cy="243166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35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5" name="IMAGE PLACEHOLDER"/>
          <p:cNvSpPr txBox="1"/>
          <p:nvPr/>
        </p:nvSpPr>
        <p:spPr>
          <a:xfrm>
            <a:off x="-22146" y="4292644"/>
            <a:ext cx="2467339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56" name="IMAGE PLACEHOLDER"/>
          <p:cNvSpPr txBox="1"/>
          <p:nvPr/>
        </p:nvSpPr>
        <p:spPr>
          <a:xfrm>
            <a:off x="2426667" y="4292644"/>
            <a:ext cx="2467339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57" name="IMAGE PLACEHOLDER"/>
          <p:cNvSpPr txBox="1"/>
          <p:nvPr/>
        </p:nvSpPr>
        <p:spPr>
          <a:xfrm>
            <a:off x="4892592" y="4292644"/>
            <a:ext cx="2433116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58" name="IMAGE PLACEHOLDER"/>
          <p:cNvSpPr txBox="1"/>
          <p:nvPr/>
        </p:nvSpPr>
        <p:spPr>
          <a:xfrm>
            <a:off x="7311776" y="4292644"/>
            <a:ext cx="2433116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59" name="IMAGE PLACEHOLDER"/>
          <p:cNvSpPr txBox="1"/>
          <p:nvPr/>
        </p:nvSpPr>
        <p:spPr>
          <a:xfrm>
            <a:off x="9744891" y="4343444"/>
            <a:ext cx="2433116" cy="1324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"/>
          <p:cNvSpPr/>
          <p:nvPr/>
        </p:nvSpPr>
        <p:spPr>
          <a:xfrm>
            <a:off x="9057" y="3434353"/>
            <a:ext cx="12185447" cy="344409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2" name="title text"/>
          <p:cNvSpPr txBox="1"/>
          <p:nvPr/>
        </p:nvSpPr>
        <p:spPr>
          <a:xfrm>
            <a:off x="14065" y="4476113"/>
            <a:ext cx="12198423" cy="12192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6858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63" name="IMAGE PLACEHOLDER"/>
          <p:cNvSpPr txBox="1"/>
          <p:nvPr/>
        </p:nvSpPr>
        <p:spPr>
          <a:xfrm>
            <a:off x="2504" y="5589196"/>
            <a:ext cx="12192001" cy="66369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pic>
        <p:nvPicPr>
          <p:cNvPr id="3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91" y="-99"/>
            <a:ext cx="12198423" cy="68581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Rectangle"/>
          <p:cNvSpPr/>
          <p:nvPr/>
        </p:nvSpPr>
        <p:spPr>
          <a:xfrm>
            <a:off x="3276" y="-7347"/>
            <a:ext cx="12185448" cy="3444096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66" name="title text"/>
          <p:cNvSpPr txBox="1"/>
          <p:nvPr/>
        </p:nvSpPr>
        <p:spPr>
          <a:xfrm>
            <a:off x="8284" y="1034413"/>
            <a:ext cx="12198423" cy="121921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6858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67" name="IMAGE PLACEHOLDER"/>
          <p:cNvSpPr txBox="1"/>
          <p:nvPr/>
        </p:nvSpPr>
        <p:spPr>
          <a:xfrm>
            <a:off x="-3277" y="2147496"/>
            <a:ext cx="12192001" cy="66369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000" cap="all" spc="-7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"/>
          <p:cNvSpPr/>
          <p:nvPr/>
        </p:nvSpPr>
        <p:spPr>
          <a:xfrm>
            <a:off x="6743" y="5112813"/>
            <a:ext cx="12185448" cy="172133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0" name="title text"/>
          <p:cNvSpPr txBox="1"/>
          <p:nvPr/>
        </p:nvSpPr>
        <p:spPr>
          <a:xfrm>
            <a:off x="4656" y="5264479"/>
            <a:ext cx="12192001" cy="113493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36576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71" name="IMAGE PLACEHOLDER"/>
          <p:cNvSpPr txBox="1"/>
          <p:nvPr/>
        </p:nvSpPr>
        <p:spPr>
          <a:xfrm>
            <a:off x="-4657" y="6436702"/>
            <a:ext cx="12192001" cy="33171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pic>
        <p:nvPicPr>
          <p:cNvPr id="3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91" y="-99"/>
            <a:ext cx="12198423" cy="685819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3" name="Rectangle"/>
          <p:cNvSpPr/>
          <p:nvPr/>
        </p:nvSpPr>
        <p:spPr>
          <a:xfrm>
            <a:off x="3276" y="-7347"/>
            <a:ext cx="12185448" cy="172133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4" name="title text"/>
          <p:cNvSpPr txBox="1"/>
          <p:nvPr/>
        </p:nvSpPr>
        <p:spPr>
          <a:xfrm>
            <a:off x="1189" y="144320"/>
            <a:ext cx="12192001" cy="113493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36576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75" name="IMAGE PLACEHOLDER"/>
          <p:cNvSpPr txBox="1"/>
          <p:nvPr/>
        </p:nvSpPr>
        <p:spPr>
          <a:xfrm>
            <a:off x="-8124" y="1316542"/>
            <a:ext cx="12192001" cy="33171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76" name="Rectangle"/>
          <p:cNvSpPr/>
          <p:nvPr/>
        </p:nvSpPr>
        <p:spPr>
          <a:xfrm>
            <a:off x="6743" y="1713503"/>
            <a:ext cx="12185448" cy="172133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77" name="title text"/>
          <p:cNvSpPr txBox="1"/>
          <p:nvPr/>
        </p:nvSpPr>
        <p:spPr>
          <a:xfrm>
            <a:off x="4656" y="1865170"/>
            <a:ext cx="12192001" cy="113493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36576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IMAGE PLACEHOLDER"/>
          <p:cNvSpPr txBox="1"/>
          <p:nvPr/>
        </p:nvSpPr>
        <p:spPr>
          <a:xfrm>
            <a:off x="-4657" y="3037392"/>
            <a:ext cx="12192001" cy="33171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379" name="Rectangle"/>
          <p:cNvSpPr/>
          <p:nvPr/>
        </p:nvSpPr>
        <p:spPr>
          <a:xfrm>
            <a:off x="6743" y="3420223"/>
            <a:ext cx="12185448" cy="172133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80" name="title text"/>
          <p:cNvSpPr txBox="1"/>
          <p:nvPr/>
        </p:nvSpPr>
        <p:spPr>
          <a:xfrm>
            <a:off x="4656" y="3571889"/>
            <a:ext cx="12192001" cy="113493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36576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81" name="IMAGE PLACEHOLDER"/>
          <p:cNvSpPr txBox="1"/>
          <p:nvPr/>
        </p:nvSpPr>
        <p:spPr>
          <a:xfrm>
            <a:off x="-4657" y="4744112"/>
            <a:ext cx="12192001" cy="33171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ectangle"/>
          <p:cNvSpPr/>
          <p:nvPr/>
        </p:nvSpPr>
        <p:spPr>
          <a:xfrm>
            <a:off x="7296418" y="3436162"/>
            <a:ext cx="2457145" cy="344119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84" name="Rectangle"/>
          <p:cNvSpPr/>
          <p:nvPr/>
        </p:nvSpPr>
        <p:spPr>
          <a:xfrm>
            <a:off x="4878209" y="3436162"/>
            <a:ext cx="2435581" cy="3441192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85" name="Rectangle"/>
          <p:cNvSpPr/>
          <p:nvPr/>
        </p:nvSpPr>
        <p:spPr>
          <a:xfrm>
            <a:off x="2430908" y="3436162"/>
            <a:ext cx="2457145" cy="344119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86" name="Rectangle"/>
          <p:cNvSpPr/>
          <p:nvPr/>
        </p:nvSpPr>
        <p:spPr>
          <a:xfrm>
            <a:off x="-1" y="3436162"/>
            <a:ext cx="2435582" cy="3441192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87" name="title text"/>
          <p:cNvSpPr txBox="1"/>
          <p:nvPr/>
        </p:nvSpPr>
        <p:spPr>
          <a:xfrm>
            <a:off x="83464" y="4477044"/>
            <a:ext cx="2302739" cy="1218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88" name="title text"/>
          <p:cNvSpPr txBox="1"/>
          <p:nvPr/>
        </p:nvSpPr>
        <p:spPr>
          <a:xfrm>
            <a:off x="2508111" y="4477044"/>
            <a:ext cx="2302739" cy="1218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title text"/>
          <p:cNvSpPr txBox="1"/>
          <p:nvPr/>
        </p:nvSpPr>
        <p:spPr>
          <a:xfrm>
            <a:off x="4961673" y="4477044"/>
            <a:ext cx="2302739" cy="1218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90" name="title text"/>
          <p:cNvSpPr txBox="1"/>
          <p:nvPr/>
        </p:nvSpPr>
        <p:spPr>
          <a:xfrm>
            <a:off x="7383735" y="4477044"/>
            <a:ext cx="2302739" cy="1218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91" name="Rectangle"/>
          <p:cNvSpPr/>
          <p:nvPr/>
        </p:nvSpPr>
        <p:spPr>
          <a:xfrm>
            <a:off x="9756419" y="3436162"/>
            <a:ext cx="2435582" cy="3441192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6350">
            <a:solidFill>
              <a:schemeClr val="accent5"/>
            </a:solidFill>
            <a:miter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92" name="title text"/>
          <p:cNvSpPr txBox="1"/>
          <p:nvPr/>
        </p:nvSpPr>
        <p:spPr>
          <a:xfrm>
            <a:off x="9839883" y="4477044"/>
            <a:ext cx="2302738" cy="12181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93" name="Rectangle"/>
          <p:cNvSpPr/>
          <p:nvPr/>
        </p:nvSpPr>
        <p:spPr>
          <a:xfrm>
            <a:off x="7305706" y="-5538"/>
            <a:ext cx="2457145" cy="3441192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94" name="Rectangle"/>
          <p:cNvSpPr/>
          <p:nvPr/>
        </p:nvSpPr>
        <p:spPr>
          <a:xfrm>
            <a:off x="4874797" y="-5538"/>
            <a:ext cx="2435581" cy="344119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95" name="Rectangle"/>
          <p:cNvSpPr/>
          <p:nvPr/>
        </p:nvSpPr>
        <p:spPr>
          <a:xfrm>
            <a:off x="2427496" y="-5538"/>
            <a:ext cx="2457146" cy="3441192"/>
          </a:xfrm>
          <a:prstGeom prst="rect">
            <a:avLst/>
          </a:prstGeom>
          <a:gradFill>
            <a:gsLst>
              <a:gs pos="0">
                <a:srgbClr val="9999A1"/>
              </a:gs>
              <a:gs pos="50000">
                <a:srgbClr val="8C8C97"/>
              </a:gs>
              <a:gs pos="100000">
                <a:srgbClr val="7B7B86"/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0F0FA"/>
                </a:solidFill>
              </a:defRPr>
            </a:pPr>
            <a:endParaRPr/>
          </a:p>
        </p:txBody>
      </p:sp>
      <p:sp>
        <p:nvSpPr>
          <p:cNvPr id="396" name="Rectangle"/>
          <p:cNvSpPr/>
          <p:nvPr/>
        </p:nvSpPr>
        <p:spPr>
          <a:xfrm>
            <a:off x="-3412" y="-5538"/>
            <a:ext cx="2435581" cy="344119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97" name="title text"/>
          <p:cNvSpPr txBox="1"/>
          <p:nvPr/>
        </p:nvSpPr>
        <p:spPr>
          <a:xfrm>
            <a:off x="80052" y="1035343"/>
            <a:ext cx="2302739" cy="121818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98" name="title text"/>
          <p:cNvSpPr txBox="1"/>
          <p:nvPr/>
        </p:nvSpPr>
        <p:spPr>
          <a:xfrm>
            <a:off x="2504700" y="1035343"/>
            <a:ext cx="2302738" cy="121818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399" name="title text"/>
          <p:cNvSpPr txBox="1"/>
          <p:nvPr/>
        </p:nvSpPr>
        <p:spPr>
          <a:xfrm>
            <a:off x="4958262" y="1035343"/>
            <a:ext cx="2302738" cy="121818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0" name="title text"/>
          <p:cNvSpPr txBox="1"/>
          <p:nvPr/>
        </p:nvSpPr>
        <p:spPr>
          <a:xfrm>
            <a:off x="7393023" y="1035343"/>
            <a:ext cx="2302738" cy="121818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Rectangle"/>
          <p:cNvSpPr/>
          <p:nvPr/>
        </p:nvSpPr>
        <p:spPr>
          <a:xfrm>
            <a:off x="9753007" y="-5538"/>
            <a:ext cx="2435582" cy="3441192"/>
          </a:xfrm>
          <a:prstGeom prst="rect">
            <a:avLst/>
          </a:prstGeom>
          <a:gradFill>
            <a:gsLst>
              <a:gs pos="0">
                <a:schemeClr val="accent4">
                  <a:satOff val="-3349"/>
                  <a:lumOff val="33022"/>
                </a:schemeClr>
              </a:gs>
              <a:gs pos="50000">
                <a:srgbClr val="9B9B9E"/>
              </a:gs>
              <a:gs pos="100000">
                <a:schemeClr val="accent4">
                  <a:satOff val="-3224"/>
                  <a:lumOff val="21977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02" name="title text"/>
          <p:cNvSpPr txBox="1"/>
          <p:nvPr/>
        </p:nvSpPr>
        <p:spPr>
          <a:xfrm>
            <a:off x="9836470" y="1035343"/>
            <a:ext cx="2302739" cy="121818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6000" cap="all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title text</a:t>
            </a:r>
          </a:p>
        </p:txBody>
      </p:sp>
      <p:pic>
        <p:nvPicPr>
          <p:cNvPr id="403" name="Image" descr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2540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4" name="IMAGE PLACEHOLDER"/>
          <p:cNvSpPr txBox="1"/>
          <p:nvPr/>
        </p:nvSpPr>
        <p:spPr>
          <a:xfrm>
            <a:off x="266" y="2686995"/>
            <a:ext cx="2467340" cy="3009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05" name="IMAGE PLACEHOLDER"/>
          <p:cNvSpPr txBox="1"/>
          <p:nvPr/>
        </p:nvSpPr>
        <p:spPr>
          <a:xfrm>
            <a:off x="2461779" y="2686995"/>
            <a:ext cx="2467340" cy="3009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06" name="IMAGE PLACEHOLDER"/>
          <p:cNvSpPr txBox="1"/>
          <p:nvPr/>
        </p:nvSpPr>
        <p:spPr>
          <a:xfrm>
            <a:off x="4915005" y="2686995"/>
            <a:ext cx="2433115" cy="3009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07" name="IMAGE PLACEHOLDER"/>
          <p:cNvSpPr txBox="1"/>
          <p:nvPr/>
        </p:nvSpPr>
        <p:spPr>
          <a:xfrm>
            <a:off x="7346887" y="2686995"/>
            <a:ext cx="2433116" cy="3009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08" name="IMAGE PLACEHOLDER"/>
          <p:cNvSpPr txBox="1"/>
          <p:nvPr/>
        </p:nvSpPr>
        <p:spPr>
          <a:xfrm>
            <a:off x="9767303" y="2698540"/>
            <a:ext cx="2433115" cy="3009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09" name="IMAGE PLACEHOLDER"/>
          <p:cNvSpPr txBox="1"/>
          <p:nvPr/>
        </p:nvSpPr>
        <p:spPr>
          <a:xfrm>
            <a:off x="-4076" y="5887395"/>
            <a:ext cx="2467339" cy="3009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10" name="IMAGE PLACEHOLDER"/>
          <p:cNvSpPr txBox="1"/>
          <p:nvPr/>
        </p:nvSpPr>
        <p:spPr>
          <a:xfrm>
            <a:off x="2457437" y="5887395"/>
            <a:ext cx="2467339" cy="3009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11" name="IMAGE PLACEHOLDER"/>
          <p:cNvSpPr txBox="1"/>
          <p:nvPr/>
        </p:nvSpPr>
        <p:spPr>
          <a:xfrm>
            <a:off x="4910662" y="5887395"/>
            <a:ext cx="2433116" cy="3009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12" name="IMAGE PLACEHOLDER"/>
          <p:cNvSpPr txBox="1"/>
          <p:nvPr/>
        </p:nvSpPr>
        <p:spPr>
          <a:xfrm>
            <a:off x="7329845" y="5887395"/>
            <a:ext cx="2433116" cy="3009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413" name="IMAGE PLACEHOLDER"/>
          <p:cNvSpPr txBox="1"/>
          <p:nvPr/>
        </p:nvSpPr>
        <p:spPr>
          <a:xfrm>
            <a:off x="9762960" y="5898939"/>
            <a:ext cx="2433116" cy="3009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800" cap="all" spc="-5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120</Words>
  <Application>Microsoft Office PowerPoint</Application>
  <PresentationFormat>宽屏</PresentationFormat>
  <Paragraphs>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