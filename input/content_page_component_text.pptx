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9"/>
  </p:notesMasterIdLst>
  <p:sldIdLst>
    <p:sldId id="289" r:id="rId5"/>
    <p:sldId id="290" r:id="rId6"/>
    <p:sldId id="299" r:id="rId7"/>
    <p:sldId id="300" r:id="rId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
          <a:latin typeface="MAD Sans Fill Regular"/>
          <a:ea typeface="MAD Sans Fill Regular"/>
          <a:cs typeface="MAD Sans Fill Regular"/>
        </a:font>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wholeTbl>
    <a:band2H>
      <a:tcStyle>
        <a:tcBdr/>
        <a:fill>
          <a:solidFill>
            <a:srgbClr val="FFFFFF"/>
          </a:solidFill>
        </a:fill>
      </a:tcStyle>
    </a:band2H>
    <a:firstCol>
      <a:tcTxStyle>
        <a:font>
          <a:latin typeface="MAD Sans Fill Regular"/>
          <a:ea typeface="MAD Sans Fill Regular"/>
          <a:cs typeface="MAD Sans Fill Regular"/>
        </a:font>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firstCol>
    <a:lastRow>
      <a:tcTxStyle>
        <a:font>
          <a:latin typeface="MAD Sans Fill Regular"/>
          <a:ea typeface="MAD Sans Fill Regular"/>
          <a:cs typeface="MAD Sans Fill Regular"/>
        </a:font>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lastRow>
    <a:firstRow>
      <a:tcTxStyle>
        <a:font>
          <a:latin typeface="MAD Sans Fill Regular"/>
          <a:ea typeface="MAD Sans Fill Regular"/>
          <a:cs typeface="MAD Sans Fill Regular"/>
        </a:font>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02"/>
  </p:normalViewPr>
  <p:slideViewPr>
    <p:cSldViewPr snapToGrid="0">
      <p:cViewPr varScale="1">
        <p:scale>
          <a:sx n="116" d="100"/>
          <a:sy n="116" d="100"/>
        </p:scale>
        <p:origin x="48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xfrm>
            <a:off x="1143000" y="685800"/>
            <a:ext cx="4572000" cy="3429000"/>
          </a:xfrm>
          <a:prstGeom prst="rect">
            <a:avLst/>
          </a:prstGeom>
        </p:spPr>
        <p:txBody>
          <a:bodyPr/>
          <a:lstStyle/>
          <a:p>
            <a:endParaRPr/>
          </a:p>
        </p:txBody>
      </p:sp>
      <p:sp>
        <p:nvSpPr>
          <p:cNvPr id="229" name="Shape 22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MAD Sans Fill Bold"/>
      </a:defRPr>
    </a:lvl1pPr>
    <a:lvl2pPr indent="228600" latinLnBrk="0">
      <a:defRPr sz="1200">
        <a:latin typeface="+mn-lt"/>
        <a:ea typeface="+mn-ea"/>
        <a:cs typeface="+mn-cs"/>
        <a:sym typeface="MAD Sans Fill Bold"/>
      </a:defRPr>
    </a:lvl2pPr>
    <a:lvl3pPr indent="457200" latinLnBrk="0">
      <a:defRPr sz="1200">
        <a:latin typeface="+mn-lt"/>
        <a:ea typeface="+mn-ea"/>
        <a:cs typeface="+mn-cs"/>
        <a:sym typeface="MAD Sans Fill Bold"/>
      </a:defRPr>
    </a:lvl3pPr>
    <a:lvl4pPr indent="685800" latinLnBrk="0">
      <a:defRPr sz="1200">
        <a:latin typeface="+mn-lt"/>
        <a:ea typeface="+mn-ea"/>
        <a:cs typeface="+mn-cs"/>
        <a:sym typeface="MAD Sans Fill Bold"/>
      </a:defRPr>
    </a:lvl4pPr>
    <a:lvl5pPr indent="914400" latinLnBrk="0">
      <a:defRPr sz="1200">
        <a:latin typeface="+mn-lt"/>
        <a:ea typeface="+mn-ea"/>
        <a:cs typeface="+mn-cs"/>
        <a:sym typeface="MAD Sans Fill Bold"/>
      </a:defRPr>
    </a:lvl5pPr>
    <a:lvl6pPr indent="1143000" latinLnBrk="0">
      <a:defRPr sz="1200">
        <a:latin typeface="+mn-lt"/>
        <a:ea typeface="+mn-ea"/>
        <a:cs typeface="+mn-cs"/>
        <a:sym typeface="MAD Sans Fill Bold"/>
      </a:defRPr>
    </a:lvl6pPr>
    <a:lvl7pPr indent="1371600" latinLnBrk="0">
      <a:defRPr sz="1200">
        <a:latin typeface="+mn-lt"/>
        <a:ea typeface="+mn-ea"/>
        <a:cs typeface="+mn-cs"/>
        <a:sym typeface="MAD Sans Fill Bold"/>
      </a:defRPr>
    </a:lvl7pPr>
    <a:lvl8pPr indent="1600200" latinLnBrk="0">
      <a:defRPr sz="1200">
        <a:latin typeface="+mn-lt"/>
        <a:ea typeface="+mn-ea"/>
        <a:cs typeface="+mn-cs"/>
        <a:sym typeface="MAD Sans Fill Bold"/>
      </a:defRPr>
    </a:lvl8pPr>
    <a:lvl9pPr indent="1828800" latinLnBrk="0">
      <a:defRPr sz="1200">
        <a:latin typeface="+mn-lt"/>
        <a:ea typeface="+mn-ea"/>
        <a:cs typeface="+mn-cs"/>
        <a:sym typeface="MAD Sans Fill Bold"/>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tacked Logo: Grey">
    <p:bg>
      <p:bgPr>
        <a:solidFill>
          <a:schemeClr val="accent6">
            <a:lumOff val="13725"/>
          </a:schemeClr>
        </a:solidFill>
        <a:effectLst/>
      </p:bgPr>
    </p:bg>
    <p:spTree>
      <p:nvGrpSpPr>
        <p:cNvPr id="1" name=""/>
        <p:cNvGrpSpPr/>
        <p:nvPr/>
      </p:nvGrpSpPr>
      <p:grpSpPr>
        <a:xfrm>
          <a:off x="0" y="0"/>
          <a:ext cx="0" cy="0"/>
          <a:chOff x="0" y="0"/>
          <a:chExt cx="0" cy="0"/>
        </a:xfrm>
      </p:grpSpPr>
      <p:pic>
        <p:nvPicPr>
          <p:cNvPr id="118" name="Picture 2" descr="Picture 2"/>
          <p:cNvPicPr>
            <a:picLocks noChangeAspect="1"/>
          </p:cNvPicPr>
          <p:nvPr/>
        </p:nvPicPr>
        <p:blipFill>
          <a:blip r:embed="rId2"/>
          <a:stretch>
            <a:fillRect/>
          </a:stretch>
        </p:blipFill>
        <p:spPr>
          <a:xfrm>
            <a:off x="4724400" y="2395361"/>
            <a:ext cx="2743200" cy="2067277"/>
          </a:xfrm>
          <a:prstGeom prst="rect">
            <a:avLst/>
          </a:prstGeom>
          <a:ln w="12700">
            <a:miter lim="400000"/>
            <a:headEnd/>
            <a:tailEnd/>
          </a:ln>
        </p:spPr>
      </p:pic>
      <p:sp>
        <p:nvSpPr>
          <p:cNvPr id="119"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Bold">
    <p:spTree>
      <p:nvGrpSpPr>
        <p:cNvPr id="1" name=""/>
        <p:cNvGrpSpPr/>
        <p:nvPr/>
      </p:nvGrpSpPr>
      <p:grpSpPr>
        <a:xfrm>
          <a:off x="0" y="0"/>
          <a:ext cx="0" cy="0"/>
          <a:chOff x="0" y="0"/>
          <a:chExt cx="0" cy="0"/>
        </a:xfrm>
      </p:grpSpPr>
      <p:pic>
        <p:nvPicPr>
          <p:cNvPr id="126" name="Image" descr="Image"/>
          <p:cNvPicPr>
            <a:picLocks noChangeAspect="1"/>
          </p:cNvPicPr>
          <p:nvPr/>
        </p:nvPicPr>
        <p:blipFill>
          <a:blip r:embed="rId2"/>
          <a:stretch>
            <a:fillRect/>
          </a:stretch>
        </p:blipFill>
        <p:spPr>
          <a:xfrm>
            <a:off x="-1" y="1706"/>
            <a:ext cx="12192001" cy="6854588"/>
          </a:xfrm>
          <a:prstGeom prst="rect">
            <a:avLst/>
          </a:prstGeom>
          <a:ln w="12700">
            <a:miter lim="400000"/>
            <a:headEnd/>
            <a:tailEnd/>
          </a:ln>
        </p:spPr>
      </p:pic>
      <p:sp>
        <p:nvSpPr>
          <p:cNvPr id="127" name="Click to Insert title"/>
          <p:cNvSpPr txBox="1">
            <a:spLocks noGrp="1"/>
          </p:cNvSpPr>
          <p:nvPr>
            <p:ph type="title" hasCustomPrompt="1"/>
          </p:nvPr>
        </p:nvSpPr>
        <p:spPr>
          <a:xfrm>
            <a:off x="530351" y="101086"/>
            <a:ext cx="11661649" cy="1216997"/>
          </a:xfrm>
          <a:prstGeom prst="rect">
            <a:avLst/>
          </a:prstGeom>
        </p:spPr>
        <p:txBody>
          <a:bodyPr>
            <a:normAutofit/>
          </a:bodyPr>
          <a:lstStyle>
            <a:lvl1pPr>
              <a:lnSpc>
                <a:spcPct val="70000"/>
              </a:lnSpc>
              <a:tabLst>
                <a:tab pos="1612900" algn="l"/>
              </a:tabLst>
              <a:defRPr sz="6000" b="0" spc="0">
                <a:solidFill>
                  <a:srgbClr val="FFFFFF"/>
                </a:solidFill>
                <a:latin typeface="Neue Plak Compressed Bold"/>
                <a:ea typeface="Neue Plak Compressed Bold"/>
                <a:cs typeface="Neue Plak Compressed Bold"/>
                <a:sym typeface="Neue Plak Compressed Bold"/>
              </a:defRPr>
            </a:lvl1pPr>
          </a:lstStyle>
          <a:p>
            <a:r>
              <a:rPr dirty="0"/>
              <a:t>Click to Insert title</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p:cNvSpPr/>
          <p:nvPr/>
        </p:nvSpPr>
        <p:spPr>
          <a:xfrm>
            <a:off x="-14826" y="4644"/>
            <a:ext cx="3822750" cy="6848712"/>
          </a:xfrm>
          <a:prstGeom prst="rect">
            <a:avLst/>
          </a:prstGeom>
          <a:solidFill>
            <a:schemeClr val="accent6">
              <a:lumOff val="13725"/>
            </a:schemeClr>
          </a:solidFill>
          <a:ln w="12700">
            <a:miter lim="400000"/>
          </a:ln>
          <a:effectLst>
            <a:outerShdw blurRad="50800" dist="25400" dir="5400000" rotWithShape="0">
              <a:srgbClr val="000000">
                <a:alpha val="30000"/>
              </a:srgbClr>
            </a:outerShdw>
          </a:effectLst>
        </p:spPr>
        <p:txBody>
          <a:bodyPr lIns="45719" rIns="45719" anchor="ctr"/>
          <a:lstStyle/>
          <a:p>
            <a:endParaRPr/>
          </a:p>
        </p:txBody>
      </p:sp>
      <p:pic>
        <p:nvPicPr>
          <p:cNvPr id="3" name="Image" descr="Image"/>
          <p:cNvPicPr>
            <a:picLocks noChangeAspect="1"/>
          </p:cNvPicPr>
          <p:nvPr/>
        </p:nvPicPr>
        <p:blipFill>
          <a:blip r:embed="rId4"/>
          <a:stretch>
            <a:fillRect/>
          </a:stretch>
        </p:blipFill>
        <p:spPr>
          <a:xfrm>
            <a:off x="0" y="1706"/>
            <a:ext cx="12192000" cy="6854588"/>
          </a:xfrm>
          <a:prstGeom prst="rect">
            <a:avLst/>
          </a:prstGeom>
          <a:ln w="12700">
            <a:miter lim="400000"/>
            <a:headEnd/>
            <a:tailEnd/>
          </a:ln>
        </p:spPr>
      </p:pic>
      <p:sp>
        <p:nvSpPr>
          <p:cNvPr id="4" name="Title Text"/>
          <p:cNvSpPr txBox="1">
            <a:spLocks noGrp="1"/>
          </p:cNvSpPr>
          <p:nvPr>
            <p:ph type="title"/>
          </p:nvPr>
        </p:nvSpPr>
        <p:spPr>
          <a:xfrm>
            <a:off x="609600" y="92074"/>
            <a:ext cx="10972800" cy="1508126"/>
          </a:xfrm>
          <a:prstGeom prst="rect">
            <a:avLst/>
          </a:prstGeom>
          <a:ln w="12700">
            <a:miter lim="400000"/>
          </a:ln>
        </p:spPr>
        <p:txBody>
          <a:bodyPr lIns="45719" rIns="45719" anchor="ctr"/>
          <a:lstStyle/>
          <a:p>
            <a:r>
              <a:t>Title Text</a:t>
            </a:r>
          </a:p>
        </p:txBody>
      </p:sp>
      <p:sp>
        <p:nvSpPr>
          <p:cNvPr id="5" name="Body Level One…"/>
          <p:cNvSpPr txBox="1">
            <a:spLocks noGrp="1"/>
          </p:cNvSpPr>
          <p:nvPr>
            <p:ph type="body" idx="1"/>
          </p:nvPr>
        </p:nvSpPr>
        <p:spPr>
          <a:xfrm>
            <a:off x="609600" y="1600200"/>
            <a:ext cx="10972800" cy="5257800"/>
          </a:xfrm>
          <a:prstGeom prst="rect">
            <a:avLst/>
          </a:prstGeom>
          <a:ln w="12700">
            <a:miter lim="400000"/>
          </a:ln>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Lst>
  <p:transition spd="med"/>
  <p:txStyles>
    <p:titleStyle>
      <a:lvl1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1pPr>
      <a:lvl2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2pPr>
      <a:lvl3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3pPr>
      <a:lvl4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4pPr>
      <a:lvl5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5pPr>
      <a:lvl6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6pPr>
      <a:lvl7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7pPr>
      <a:lvl8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8pPr>
      <a:lvl9pPr marL="0" marR="0" indent="0" algn="l" defTabSz="914400" rtl="0" latinLnBrk="0">
        <a:lnSpc>
          <a:spcPct val="90000"/>
        </a:lnSpc>
        <a:spcBef>
          <a:spcPts val="0"/>
        </a:spcBef>
        <a:spcAft>
          <a:spcPts val="0"/>
        </a:spcAft>
        <a:buClrTx/>
        <a:buSzTx/>
        <a:buFontTx/>
        <a:buNone/>
        <a:defRPr sz="4400" b="1" i="0" u="none" strike="noStrike" cap="all" spc="-39" baseline="0">
          <a:solidFill>
            <a:schemeClr val="accent2"/>
          </a:solidFill>
          <a:uFillTx/>
          <a:latin typeface="Neue Plak Extended Black"/>
          <a:ea typeface="Neue Plak Extended Black"/>
          <a:cs typeface="Neue Plak Extended Black"/>
          <a:sym typeface="Neue Plak Extended Black"/>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chemeClr val="accent2"/>
          </a:solidFill>
          <a:uFillTx/>
          <a:latin typeface="MAD Sans Fill Regular"/>
          <a:ea typeface="MAD Sans Fill Regular"/>
          <a:cs typeface="MAD Sans Fill Regular"/>
          <a:sym typeface="MAD Sans Fill Regular"/>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MAD Sans Fill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TextBox 8"/>
          <p:cNvSpPr txBox="1"/>
          <p:nvPr/>
        </p:nvSpPr>
        <p:spPr>
          <a:xfrm>
            <a:off x="2648273" y="1553809"/>
            <a:ext cx="7850009" cy="431801"/>
          </a:xfrm>
          <a:prstGeom prst="rect">
            <a:avLst/>
          </a:prstGeom>
          <a:ln w="12700">
            <a:miter lim="400000"/>
          </a:ln>
        </p:spPr>
        <p:txBody>
          <a:bodyPr lIns="50800" tIns="50800" rIns="50800" bIns="50800" anchor="ctr">
            <a:spAutoFit/>
          </a:bodyPr>
          <a:lstStyle>
            <a:lvl1pPr defTabSz="457200">
              <a:defRPr>
                <a:solidFill>
                  <a:srgbClr val="FFFFFF"/>
                </a:solidFill>
                <a:latin typeface="Neue Plak Regular"/>
                <a:ea typeface="Neue Plak Regular"/>
                <a:cs typeface="Neue Plak Regular"/>
                <a:sym typeface="Neue Plak Regular"/>
              </a:defRPr>
            </a:lvl1pPr>
          </a:lstStyle>
          <a:p>
            <a:r>
              <a:t>Insert Body Text</a:t>
            </a:r>
          </a:p>
        </p:txBody>
      </p:sp>
      <p:sp>
        <p:nvSpPr>
          <p:cNvPr id="416" name="TextBox 8"/>
          <p:cNvSpPr txBox="1"/>
          <p:nvPr/>
        </p:nvSpPr>
        <p:spPr>
          <a:xfrm>
            <a:off x="2518538" y="550264"/>
            <a:ext cx="7154924" cy="508001"/>
          </a:xfrm>
          <a:prstGeom prst="rect">
            <a:avLst/>
          </a:prstGeom>
          <a:ln w="12700">
            <a:miter lim="400000"/>
          </a:ln>
        </p:spPr>
        <p:txBody>
          <a:bodyPr lIns="50800" tIns="50800" rIns="50800" bIns="50800" anchor="ctr">
            <a:spAutoFit/>
          </a:bodyPr>
          <a:lstStyle>
            <a:lvl1pPr algn="ctr" defTabSz="457200">
              <a:defRPr sz="2200">
                <a:solidFill>
                  <a:srgbClr val="FFFFFF"/>
                </a:solidFill>
                <a:latin typeface="Neue Plak Regular"/>
                <a:ea typeface="Neue Plak Regular"/>
                <a:cs typeface="Neue Plak Regular"/>
                <a:sym typeface="Neue Plak Regular"/>
              </a:defRPr>
            </a:lvl1pPr>
          </a:lstStyle>
          <a:p>
            <a:r>
              <a:t>Insert Numbered List Title Text</a:t>
            </a:r>
          </a:p>
        </p:txBody>
      </p:sp>
      <p:sp>
        <p:nvSpPr>
          <p:cNvPr id="417" name="TextBox 8"/>
          <p:cNvSpPr txBox="1"/>
          <p:nvPr/>
        </p:nvSpPr>
        <p:spPr>
          <a:xfrm>
            <a:off x="1613696" y="1291446"/>
            <a:ext cx="690830" cy="956528"/>
          </a:xfrm>
          <a:prstGeom prst="rect">
            <a:avLst/>
          </a:prstGeom>
          <a:ln w="12700">
            <a:miter lim="400000"/>
          </a:ln>
        </p:spPr>
        <p:txBody>
          <a:bodyPr lIns="50800" tIns="50800" rIns="50800" bIns="50800" anchor="ctr"/>
          <a:lstStyle>
            <a:lvl1pPr algn="ctr" defTabSz="457200">
              <a:defRPr sz="3600">
                <a:solidFill>
                  <a:srgbClr val="FFFFFF"/>
                </a:solidFill>
                <a:latin typeface="Neue Plak Compressed Bold"/>
                <a:ea typeface="Neue Plak Compressed Bold"/>
                <a:cs typeface="Neue Plak Compressed Bold"/>
                <a:sym typeface="Neue Plak Compressed Bold"/>
              </a:defRPr>
            </a:lvl1pPr>
          </a:lstStyle>
          <a:p>
            <a:r>
              <a:t>1</a:t>
            </a:r>
          </a:p>
        </p:txBody>
      </p:sp>
      <p:sp>
        <p:nvSpPr>
          <p:cNvPr id="418" name="TextBox 8"/>
          <p:cNvSpPr txBox="1"/>
          <p:nvPr/>
        </p:nvSpPr>
        <p:spPr>
          <a:xfrm>
            <a:off x="1613696" y="2491213"/>
            <a:ext cx="690830" cy="956529"/>
          </a:xfrm>
          <a:prstGeom prst="rect">
            <a:avLst/>
          </a:prstGeom>
          <a:ln w="12700">
            <a:miter lim="400000"/>
          </a:ln>
        </p:spPr>
        <p:txBody>
          <a:bodyPr lIns="50800" tIns="50800" rIns="50800" bIns="50800" anchor="ctr"/>
          <a:lstStyle>
            <a:lvl1pPr algn="ctr" defTabSz="457200">
              <a:defRPr sz="3600">
                <a:solidFill>
                  <a:srgbClr val="FFFFFF"/>
                </a:solidFill>
                <a:latin typeface="Neue Plak Compressed Bold"/>
                <a:ea typeface="Neue Plak Compressed Bold"/>
                <a:cs typeface="Neue Plak Compressed Bold"/>
                <a:sym typeface="Neue Plak Compressed Bold"/>
              </a:defRPr>
            </a:lvl1pPr>
          </a:lstStyle>
          <a:p>
            <a:r>
              <a:t>2</a:t>
            </a:r>
          </a:p>
        </p:txBody>
      </p:sp>
      <p:sp>
        <p:nvSpPr>
          <p:cNvPr id="419" name="TextBox 8"/>
          <p:cNvSpPr txBox="1"/>
          <p:nvPr/>
        </p:nvSpPr>
        <p:spPr>
          <a:xfrm>
            <a:off x="1613696" y="3690980"/>
            <a:ext cx="690830" cy="956529"/>
          </a:xfrm>
          <a:prstGeom prst="rect">
            <a:avLst/>
          </a:prstGeom>
          <a:ln w="12700">
            <a:miter lim="400000"/>
          </a:ln>
        </p:spPr>
        <p:txBody>
          <a:bodyPr lIns="50800" tIns="50800" rIns="50800" bIns="50800" anchor="ctr"/>
          <a:lstStyle>
            <a:lvl1pPr algn="ctr" defTabSz="457200">
              <a:defRPr sz="3600">
                <a:solidFill>
                  <a:srgbClr val="FFFFFF"/>
                </a:solidFill>
                <a:latin typeface="Neue Plak Compressed Bold"/>
                <a:ea typeface="Neue Plak Compressed Bold"/>
                <a:cs typeface="Neue Plak Compressed Bold"/>
                <a:sym typeface="Neue Plak Compressed Bold"/>
              </a:defRPr>
            </a:lvl1pPr>
          </a:lstStyle>
          <a:p>
            <a:r>
              <a:t>3</a:t>
            </a:r>
          </a:p>
        </p:txBody>
      </p:sp>
      <p:sp>
        <p:nvSpPr>
          <p:cNvPr id="420" name="TextBox 8"/>
          <p:cNvSpPr txBox="1"/>
          <p:nvPr/>
        </p:nvSpPr>
        <p:spPr>
          <a:xfrm>
            <a:off x="1613696" y="4890748"/>
            <a:ext cx="690830" cy="956529"/>
          </a:xfrm>
          <a:prstGeom prst="rect">
            <a:avLst/>
          </a:prstGeom>
          <a:ln w="12700">
            <a:miter lim="400000"/>
          </a:ln>
        </p:spPr>
        <p:txBody>
          <a:bodyPr lIns="50800" tIns="50800" rIns="50800" bIns="50800" anchor="ctr"/>
          <a:lstStyle>
            <a:lvl1pPr algn="ctr" defTabSz="457200">
              <a:defRPr sz="3600">
                <a:solidFill>
                  <a:srgbClr val="FFFFFF"/>
                </a:solidFill>
                <a:latin typeface="Neue Plak Compressed Bold"/>
                <a:ea typeface="Neue Plak Compressed Bold"/>
                <a:cs typeface="Neue Plak Compressed Bold"/>
                <a:sym typeface="Neue Plak Compressed Bold"/>
              </a:defRPr>
            </a:lvl1pPr>
          </a:lstStyle>
          <a:p>
            <a:r>
              <a:t>4</a:t>
            </a:r>
          </a:p>
        </p:txBody>
      </p:sp>
      <p:sp>
        <p:nvSpPr>
          <p:cNvPr id="421" name="TextBox 8"/>
          <p:cNvSpPr txBox="1"/>
          <p:nvPr/>
        </p:nvSpPr>
        <p:spPr>
          <a:xfrm>
            <a:off x="2648273" y="2753577"/>
            <a:ext cx="7850009" cy="431801"/>
          </a:xfrm>
          <a:prstGeom prst="rect">
            <a:avLst/>
          </a:prstGeom>
          <a:ln w="12700">
            <a:miter lim="400000"/>
          </a:ln>
        </p:spPr>
        <p:txBody>
          <a:bodyPr lIns="50800" tIns="50800" rIns="50800" bIns="50800" anchor="ctr">
            <a:spAutoFit/>
          </a:bodyPr>
          <a:lstStyle>
            <a:lvl1pPr defTabSz="457200">
              <a:defRPr>
                <a:solidFill>
                  <a:srgbClr val="FFFFFF"/>
                </a:solidFill>
                <a:latin typeface="Neue Plak Regular"/>
                <a:ea typeface="Neue Plak Regular"/>
                <a:cs typeface="Neue Plak Regular"/>
                <a:sym typeface="Neue Plak Regular"/>
              </a:defRPr>
            </a:lvl1pPr>
          </a:lstStyle>
          <a:p>
            <a:r>
              <a:t>Insert Body Text</a:t>
            </a:r>
          </a:p>
        </p:txBody>
      </p:sp>
      <p:sp>
        <p:nvSpPr>
          <p:cNvPr id="422" name="TextBox 8"/>
          <p:cNvSpPr txBox="1"/>
          <p:nvPr/>
        </p:nvSpPr>
        <p:spPr>
          <a:xfrm>
            <a:off x="2648273" y="3953344"/>
            <a:ext cx="7850009" cy="431801"/>
          </a:xfrm>
          <a:prstGeom prst="rect">
            <a:avLst/>
          </a:prstGeom>
          <a:ln w="12700">
            <a:miter lim="400000"/>
          </a:ln>
        </p:spPr>
        <p:txBody>
          <a:bodyPr lIns="50800" tIns="50800" rIns="50800" bIns="50800" anchor="ctr">
            <a:spAutoFit/>
          </a:bodyPr>
          <a:lstStyle>
            <a:lvl1pPr defTabSz="457200">
              <a:defRPr>
                <a:solidFill>
                  <a:srgbClr val="FFFFFF"/>
                </a:solidFill>
                <a:latin typeface="Neue Plak Regular"/>
                <a:ea typeface="Neue Plak Regular"/>
                <a:cs typeface="Neue Plak Regular"/>
                <a:sym typeface="Neue Plak Regular"/>
              </a:defRPr>
            </a:lvl1pPr>
          </a:lstStyle>
          <a:p>
            <a:r>
              <a:t>Insert Body Text</a:t>
            </a:r>
          </a:p>
        </p:txBody>
      </p:sp>
      <p:sp>
        <p:nvSpPr>
          <p:cNvPr id="423" name="TextBox 8"/>
          <p:cNvSpPr txBox="1"/>
          <p:nvPr/>
        </p:nvSpPr>
        <p:spPr>
          <a:xfrm>
            <a:off x="2648273" y="5153111"/>
            <a:ext cx="7850009" cy="431801"/>
          </a:xfrm>
          <a:prstGeom prst="rect">
            <a:avLst/>
          </a:prstGeom>
          <a:ln w="12700">
            <a:miter lim="400000"/>
          </a:ln>
        </p:spPr>
        <p:txBody>
          <a:bodyPr lIns="50800" tIns="50800" rIns="50800" bIns="50800" anchor="ctr">
            <a:spAutoFit/>
          </a:bodyPr>
          <a:lstStyle>
            <a:lvl1pPr defTabSz="457200">
              <a:defRPr>
                <a:solidFill>
                  <a:srgbClr val="FFFFFF"/>
                </a:solidFill>
                <a:latin typeface="Neue Plak Regular"/>
                <a:ea typeface="Neue Plak Regular"/>
                <a:cs typeface="Neue Plak Regular"/>
                <a:sym typeface="Neue Plak Regular"/>
              </a:defRPr>
            </a:lvl1pPr>
          </a:lstStyle>
          <a:p>
            <a:r>
              <a:t>Insert Body Text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Title 2"/>
          <p:cNvSpPr txBox="1">
            <a:spLocks noGrp="1"/>
          </p:cNvSpPr>
          <p:nvPr>
            <p:ph type="title"/>
          </p:nvPr>
        </p:nvSpPr>
        <p:spPr>
          <a:xfrm>
            <a:off x="-1" y="101086"/>
            <a:ext cx="12192001" cy="1216997"/>
          </a:xfrm>
          <a:prstGeom prst="rect">
            <a:avLst/>
          </a:prstGeom>
        </p:spPr>
        <p:txBody>
          <a:bodyPr/>
          <a:lstStyle>
            <a:lvl1pPr algn="ctr">
              <a:defRPr sz="5000"/>
            </a:lvl1pPr>
          </a:lstStyle>
          <a:p>
            <a:r>
              <a:t>insert bulleted List title text</a:t>
            </a:r>
          </a:p>
        </p:txBody>
      </p:sp>
      <p:sp>
        <p:nvSpPr>
          <p:cNvPr id="426" name="TextBox 4"/>
          <p:cNvSpPr txBox="1"/>
          <p:nvPr/>
        </p:nvSpPr>
        <p:spPr>
          <a:xfrm>
            <a:off x="1158240" y="1806793"/>
            <a:ext cx="9875520" cy="3888343"/>
          </a:xfrm>
          <a:prstGeom prst="rect">
            <a:avLst/>
          </a:prstGeom>
          <a:ln w="12700">
            <a:miter lim="400000"/>
          </a:ln>
        </p:spPr>
        <p:txBody>
          <a:bodyPr lIns="45719" rIns="45719" numCol="2" spcCol="457200"/>
          <a:lstStyle/>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a:p>
            <a:pPr marL="140335" indent="-140335">
              <a:buSzPct val="100000"/>
              <a:buChar char="•"/>
              <a:defRPr sz="1400">
                <a:solidFill>
                  <a:srgbClr val="FFFFFF"/>
                </a:solidFill>
                <a:latin typeface="Neue Plak Regular"/>
                <a:ea typeface="Neue Plak Regular"/>
                <a:cs typeface="Neue Plak Regular"/>
                <a:sym typeface="Neue Plak Regular"/>
              </a:defRPr>
            </a:pPr>
            <a:endParaRPr/>
          </a:p>
          <a:p>
            <a:pPr marL="140335" indent="-140335">
              <a:buSzPct val="100000"/>
              <a:buChar char="•"/>
              <a:defRPr sz="1400">
                <a:solidFill>
                  <a:srgbClr val="FFFFFF"/>
                </a:solidFill>
                <a:latin typeface="Neue Plak Regular"/>
                <a:ea typeface="Neue Plak Regular"/>
                <a:cs typeface="Neue Plak Regular"/>
                <a:sym typeface="Neue Plak Regular"/>
              </a:defRPr>
            </a:pPr>
            <a:r>
              <a:t>Lorem ipsum dolor amet, consectetur adipiscing </a:t>
            </a:r>
            <a:br/>
            <a:r>
              <a:t>elit, sed do eiusmod tempor incididunt ut labore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 name="Title 2"/>
          <p:cNvSpPr txBox="1">
            <a:spLocks noGrp="1"/>
          </p:cNvSpPr>
          <p:nvPr>
            <p:ph type="title"/>
          </p:nvPr>
        </p:nvSpPr>
        <p:spPr>
          <a:prstGeom prst="rect">
            <a:avLst/>
          </a:prstGeom>
        </p:spPr>
        <p:txBody>
          <a:bodyPr/>
          <a:lstStyle>
            <a:lvl1pPr>
              <a:defRPr spc="-136"/>
            </a:lvl1pPr>
          </a:lstStyle>
          <a:p>
            <a:r>
              <a:t>Copy One Column</a:t>
            </a:r>
          </a:p>
        </p:txBody>
      </p:sp>
      <p:sp>
        <p:nvSpPr>
          <p:cNvPr id="472" name="TextBox 1"/>
          <p:cNvSpPr txBox="1"/>
          <p:nvPr/>
        </p:nvSpPr>
        <p:spPr>
          <a:xfrm>
            <a:off x="576071" y="1888745"/>
            <a:ext cx="10995902" cy="3980817"/>
          </a:xfrm>
          <a:prstGeom prst="rect">
            <a:avLst/>
          </a:prstGeom>
          <a:ln w="12700">
            <a:miter lim="400000"/>
          </a:ln>
        </p:spPr>
        <p:txBody>
          <a:bodyPr lIns="45719" rIns="45719">
            <a:normAutofit/>
          </a:bodyPr>
          <a:lstStyle/>
          <a:p>
            <a:pPr algn="just" defTabSz="868680">
              <a:defRPr sz="1330">
                <a:solidFill>
                  <a:srgbClr val="FFFFFF"/>
                </a:solidFill>
                <a:latin typeface="Neue Plak Regular"/>
                <a:ea typeface="Neue Plak Regular"/>
                <a:cs typeface="Neue Plak Regular"/>
                <a:sym typeface="Neue Plak Regular"/>
              </a:defRPr>
            </a:pPr>
            <a:r>
              <a:t>Lorem ipsum dolor sit amet, consectetur adipiscing elit. Aenean tellus ex, pellentesque vel consequat a, bibendum eget ligula. Quisque vel aliquet enim, eu fermentum odio. Suspendisse mollis turpis ut lacinia ultrices. Ut sem libero, imperdiet vitae vulputate eget, volutpat et mauris. Donec quis dictum mauris. Orci varius natoque penatibus et magnis dis parturient montes, nascetur ridiculus mus. Ut velit mi, venenatis at lacus non, rutrum sodales mauris. Sed quis neque ut mi sagittis vehicula. Donec iaculis lectus in diam sodales tincidunt. In sollicitudin turpis massa, non pulvinar mauris blandit eu.</a:t>
            </a:r>
          </a:p>
          <a:p>
            <a:pPr algn="just" defTabSz="868680">
              <a:defRPr sz="1330">
                <a:solidFill>
                  <a:srgbClr val="FFFFFF"/>
                </a:solidFill>
                <a:latin typeface="Neue Plak Regular"/>
                <a:ea typeface="Neue Plak Regular"/>
                <a:cs typeface="Neue Plak Regular"/>
                <a:sym typeface="Neue Plak Regular"/>
              </a:defRPr>
            </a:pPr>
            <a:endParaRPr/>
          </a:p>
          <a:p>
            <a:pPr algn="just" defTabSz="868680">
              <a:defRPr sz="1330">
                <a:solidFill>
                  <a:srgbClr val="FFFFFF"/>
                </a:solidFill>
                <a:latin typeface="Neue Plak Regular"/>
                <a:ea typeface="Neue Plak Regular"/>
                <a:cs typeface="Neue Plak Regular"/>
                <a:sym typeface="Neue Plak Regular"/>
              </a:defRPr>
            </a:pPr>
            <a:r>
              <a:t>Eget lacus ut massa vehicula pharetra. Ut iaculis lorem sit amet nibh vestibulum, vitae pharetra elit mattis. Suspendisse arcu urna, fermentum in elementum sit amet, venenatis sed justo. Donec nibh arcu, mattis ac lacinia at, sagittis at arcu. Praesent porttitor in turpis non mollis. Maecenas tincidunt felis non libero efficitur, nec ultricies risus laoreet. Ut interdum, dui a sagittis iaculis, purus tellus pellentesque lacus, non semper purus erat in nisl. Suspendisse tincidunt sed nisl sed eleifend. Suspendisse potenti. Quisque vitae lectus quis est rhoncus posuere eu et velit. Donec faucibus ornare pellentesque. Cras vestibulum arcu nec diam suscipit, sed tempus justo blandit. Vestibulum dui justo, pulvinar dictum consequat et, mollis et neque. Nam lacus libero, fermentum quis quam id, pulvinar rutrum tortor.</a:t>
            </a:r>
          </a:p>
          <a:p>
            <a:pPr algn="just" defTabSz="868680">
              <a:defRPr sz="1330">
                <a:solidFill>
                  <a:srgbClr val="FFFFFF"/>
                </a:solidFill>
                <a:latin typeface="Neue Plak Regular"/>
                <a:ea typeface="Neue Plak Regular"/>
                <a:cs typeface="Neue Plak Regular"/>
                <a:sym typeface="Neue Plak Regular"/>
              </a:defRPr>
            </a:pPr>
            <a:endParaRPr/>
          </a:p>
          <a:p>
            <a:pPr algn="just" defTabSz="868680">
              <a:defRPr sz="1330">
                <a:solidFill>
                  <a:srgbClr val="FFFFFF"/>
                </a:solidFill>
                <a:latin typeface="Neue Plak Regular"/>
                <a:ea typeface="Neue Plak Regular"/>
                <a:cs typeface="Neue Plak Regular"/>
                <a:sym typeface="Neue Plak Regular"/>
              </a:defRPr>
            </a:pPr>
            <a:r>
              <a:t>Sed vulputate mauris quis ex laoreet, vel egestas ex fringilla. Duis non hendrerit ipsum, nec hendrerit ante. Nam et accumsan dui, vitae sodales magna. Aliquam ultrices dui sed mauris pulvinar elementum. Orci varius natoque penatibus et magnis dis parturient montes, nascetur ridiculus mus. Suspendisse egestas nisi dui. Vestibulum vel magna sed lacus pretium scelerisque. Etiam in convallis lectus. Integer pharetra eros sollicitudin massa laoreet feugiat.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 name="Title 2"/>
          <p:cNvSpPr txBox="1">
            <a:spLocks noGrp="1"/>
          </p:cNvSpPr>
          <p:nvPr>
            <p:ph type="title"/>
          </p:nvPr>
        </p:nvSpPr>
        <p:spPr>
          <a:prstGeom prst="rect">
            <a:avLst/>
          </a:prstGeom>
        </p:spPr>
        <p:txBody>
          <a:bodyPr/>
          <a:lstStyle>
            <a:lvl1pPr>
              <a:defRPr spc="-136"/>
            </a:lvl1pPr>
          </a:lstStyle>
          <a:p>
            <a:r>
              <a:t>Copy Two Columns</a:t>
            </a:r>
          </a:p>
        </p:txBody>
      </p:sp>
      <p:sp>
        <p:nvSpPr>
          <p:cNvPr id="475" name="TextBox 5"/>
          <p:cNvSpPr txBox="1"/>
          <p:nvPr/>
        </p:nvSpPr>
        <p:spPr>
          <a:xfrm>
            <a:off x="576072" y="2071627"/>
            <a:ext cx="11015151" cy="3649665"/>
          </a:xfrm>
          <a:prstGeom prst="rect">
            <a:avLst/>
          </a:prstGeom>
          <a:ln w="12700">
            <a:miter lim="400000"/>
          </a:ln>
        </p:spPr>
        <p:txBody>
          <a:bodyPr lIns="45719" rIns="45719" numCol="2" spcCol="359999"/>
          <a:lstStyle/>
          <a:p>
            <a:pPr algn="just">
              <a:defRPr sz="1400">
                <a:solidFill>
                  <a:srgbClr val="FFFFFF"/>
                </a:solidFill>
                <a:latin typeface="Neue Plak Regular"/>
                <a:ea typeface="Neue Plak Regular"/>
                <a:cs typeface="Neue Plak Regular"/>
                <a:sym typeface="Neue Plak Regular"/>
              </a:defRPr>
            </a:pPr>
            <a:r>
              <a:t>Lorem ipsum dolor sit amet, consectetur adipiscing elit. Aenean tellus ex, pellentesque vel consequat a, bibendum eget ligula. Quisque vel aliquet enim, eu fermentum odio. Suspendisse mollis turpis ut lacinia ultrices. Ut sem libero, imperdiet vitae vulputate eget, volutpat et mauris. Donec quis dictum mauris.</a:t>
            </a:r>
          </a:p>
          <a:p>
            <a:pPr algn="just">
              <a:defRPr sz="1400">
                <a:solidFill>
                  <a:srgbClr val="FFFFFF"/>
                </a:solidFill>
                <a:latin typeface="Neue Plak Regular"/>
                <a:ea typeface="Neue Plak Regular"/>
                <a:cs typeface="Neue Plak Regular"/>
                <a:sym typeface="Neue Plak Regular"/>
              </a:defRPr>
            </a:pPr>
            <a:endParaRPr/>
          </a:p>
          <a:p>
            <a:pPr algn="just">
              <a:defRPr sz="1400">
                <a:solidFill>
                  <a:srgbClr val="FFFFFF"/>
                </a:solidFill>
                <a:latin typeface="Neue Plak Regular"/>
                <a:ea typeface="Neue Plak Regular"/>
                <a:cs typeface="Neue Plak Regular"/>
                <a:sym typeface="Neue Plak Regular"/>
              </a:defRPr>
            </a:pPr>
            <a:r>
              <a:t>Mauris eget lacus ut massa vehicula pharetra. Ut iaculis lorem sit amet nibh vestibulum, vitae pharetra elit mattis. Suspendisse arcu urna, fermentum in elementum sit amet, venenatis sed justo. Donec nibh arcu, mattis ac lacinia at, sagittis at arcu. Praesent porttitor in turpis non mollis. Suspendisse tincidunt sed nisl sed eleifend. Suspendisse potenti. Quisque vitae lectus quis est rhoncus posuere eu et velit. Donec faucibus ornare pellentesque. Cras vestibulum arcu nec diam suscipit, sed tempus justo blandit. </a:t>
            </a:r>
          </a:p>
          <a:p>
            <a:pPr algn="just">
              <a:defRPr sz="1400">
                <a:solidFill>
                  <a:srgbClr val="FFFFFF"/>
                </a:solidFill>
                <a:latin typeface="Neue Plak Regular"/>
                <a:ea typeface="Neue Plak Regular"/>
                <a:cs typeface="Neue Plak Regular"/>
                <a:sym typeface="Neue Plak Regular"/>
              </a:defRPr>
            </a:pPr>
            <a:endParaRPr/>
          </a:p>
          <a:p>
            <a:pPr algn="just">
              <a:defRPr sz="1400">
                <a:solidFill>
                  <a:srgbClr val="FFFFFF"/>
                </a:solidFill>
                <a:latin typeface="Neue Plak Regular"/>
                <a:ea typeface="Neue Plak Regular"/>
                <a:cs typeface="Neue Plak Regular"/>
                <a:sym typeface="Neue Plak Regular"/>
              </a:defRPr>
            </a:pPr>
            <a:r>
              <a:t>Sed vulputate mauris quis ex laoreet, vel egestas ex fringilla. Duis non hendrerit ipsum, nec hendrerit ante. Nam et accumsan dui, vitae sodales magna. Aliquam ultrices dui sed mauris pulvinar elementum. Orci varius natoque penatibus et magnis dis parturient montes, nascetur ridiculus mus. Suspendisse egestas nisi dui. Vestibulum vel magna sed lacus pretium scelerisque. Etiam in convallis lectus. Integer pharetra eros sollicitudin massa laoreet feug.</a:t>
            </a:r>
          </a:p>
          <a:p>
            <a:pPr algn="just">
              <a:defRPr sz="1400">
                <a:solidFill>
                  <a:srgbClr val="FFFFFF"/>
                </a:solidFill>
                <a:latin typeface="Neue Plak Regular"/>
                <a:ea typeface="Neue Plak Regular"/>
                <a:cs typeface="Neue Plak Regular"/>
                <a:sym typeface="Neue Plak Regular"/>
              </a:defRPr>
            </a:pPr>
            <a:endParaRPr/>
          </a:p>
          <a:p>
            <a:pPr algn="just">
              <a:defRPr sz="1400">
                <a:solidFill>
                  <a:srgbClr val="FFFFFF"/>
                </a:solidFill>
                <a:latin typeface="Neue Plak Regular"/>
                <a:ea typeface="Neue Plak Regular"/>
                <a:cs typeface="Neue Plak Regular"/>
                <a:sym typeface="Neue Plak Regular"/>
              </a:defRPr>
            </a:pPr>
            <a:r>
              <a:t>Lorem ipsum dolor sit amet, consectetur adipiscing elit. Aenean tellus ex, pellentesque vel consequat a, bibendum eget ligula. Quisque vel aliquet enim, eu fermentum odio. Suspendisse mollis turpis ut lacinia ultrices. Ut sem libero, imperdiet vitae vulputate eget, volutpat et mauris. Donec quis dictum mauris.</a:t>
            </a:r>
          </a:p>
        </p:txBody>
      </p:sp>
    </p:spTree>
  </p:cSld>
  <p:clrMapOvr>
    <a:masterClrMapping/>
  </p:clrMapOvr>
  <p:transition spd="med"/>
</p:sld>
</file>

<file path=ppt/theme/theme1.xml><?xml version="1.0" encoding="utf-8"?>
<a:theme xmlns:a="http://schemas.openxmlformats.org/drawingml/2006/main" name="SECTION">
  <a:themeElements>
    <a:clrScheme name="SECTION">
      <a:dk1>
        <a:srgbClr val="14141E"/>
      </a:dk1>
      <a:lt1>
        <a:srgbClr val="B3B3BF"/>
      </a:lt1>
      <a:dk2>
        <a:srgbClr val="A7A7A7"/>
      </a:dk2>
      <a:lt2>
        <a:srgbClr val="535353"/>
      </a:lt2>
      <a:accent1>
        <a:srgbClr val="DC1117"/>
      </a:accent1>
      <a:accent2>
        <a:srgbClr val="14141E"/>
      </a:accent2>
      <a:accent3>
        <a:srgbClr val="282832"/>
      </a:accent3>
      <a:accent4>
        <a:srgbClr val="505059"/>
      </a:accent4>
      <a:accent5>
        <a:srgbClr val="8C8C96"/>
      </a:accent5>
      <a:accent6>
        <a:srgbClr val="B3B3BF"/>
      </a:accent6>
      <a:hlink>
        <a:srgbClr val="0000FF"/>
      </a:hlink>
      <a:folHlink>
        <a:srgbClr val="FF00FF"/>
      </a:folHlink>
    </a:clrScheme>
    <a:fontScheme name="SECTION">
      <a:majorFont>
        <a:latin typeface="Helvetica"/>
        <a:ea typeface="Helvetica"/>
        <a:cs typeface="Helvetica"/>
      </a:majorFont>
      <a:minorFont>
        <a:latin typeface="MAD Sans Fill Bold"/>
        <a:ea typeface="MAD Sans Fill Bold"/>
        <a:cs typeface="MAD Sans Fill Bold"/>
      </a:minorFont>
    </a:fontScheme>
    <a:fmtScheme name="SE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30000"/>
              </a:srgbClr>
            </a:outerShdw>
          </a:effectLst>
        </a:effectStyle>
        <a:effectStyle>
          <a:effectLst>
            <a:outerShdw blurRad="50800" dist="25400" dir="5400000" rotWithShape="0">
              <a:srgbClr val="000000">
                <a:alpha val="3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0F0FA"/>
        </a:solidFill>
        <a:ln w="12700" cap="flat">
          <a:solidFill>
            <a:schemeClr val="accent1"/>
          </a:solidFill>
          <a:prstDash val="solid"/>
          <a:miter lim="800000"/>
        </a:ln>
        <a:effectLst>
          <a:outerShdw blurRad="50800" dist="25400" dir="5400000" rotWithShape="0">
            <a:srgbClr val="000000">
              <a:alpha val="30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a:themeElements>
    <a:clrScheme name="SECTION">
      <a:dk1>
        <a:srgbClr val="000000"/>
      </a:dk1>
      <a:lt1>
        <a:srgbClr val="FFFFFF"/>
      </a:lt1>
      <a:dk2>
        <a:srgbClr val="A7A7A7"/>
      </a:dk2>
      <a:lt2>
        <a:srgbClr val="535353"/>
      </a:lt2>
      <a:accent1>
        <a:srgbClr val="DC1117"/>
      </a:accent1>
      <a:accent2>
        <a:srgbClr val="14141E"/>
      </a:accent2>
      <a:accent3>
        <a:srgbClr val="282832"/>
      </a:accent3>
      <a:accent4>
        <a:srgbClr val="505059"/>
      </a:accent4>
      <a:accent5>
        <a:srgbClr val="8C8C96"/>
      </a:accent5>
      <a:accent6>
        <a:srgbClr val="B3B3BF"/>
      </a:accent6>
      <a:hlink>
        <a:srgbClr val="0000FF"/>
      </a:hlink>
      <a:folHlink>
        <a:srgbClr val="FF00FF"/>
      </a:folHlink>
    </a:clrScheme>
    <a:fontScheme name="SECTION">
      <a:majorFont>
        <a:latin typeface="Helvetica"/>
        <a:ea typeface="Helvetica"/>
        <a:cs typeface="Helvetica"/>
      </a:majorFont>
      <a:minorFont>
        <a:latin typeface="MAD Sans Fill Bold"/>
        <a:ea typeface="MAD Sans Fill Bold"/>
        <a:cs typeface="MAD Sans Fill Bold"/>
      </a:minorFont>
    </a:fontScheme>
    <a:fmtScheme name="SE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30000"/>
              </a:srgbClr>
            </a:outerShdw>
          </a:effectLst>
        </a:effectStyle>
        <a:effectStyle>
          <a:effectLst>
            <a:outerShdw blurRad="50800" dist="25400" dir="5400000" rotWithShape="0">
              <a:srgbClr val="000000">
                <a:alpha val="3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0F0FA"/>
        </a:solidFill>
        <a:ln w="12700" cap="flat">
          <a:solidFill>
            <a:schemeClr val="accent1"/>
          </a:solidFill>
          <a:prstDash val="solid"/>
          <a:miter lim="800000"/>
        </a:ln>
        <a:effectLst>
          <a:outerShdw blurRad="50800" dist="25400" dir="5400000" rotWithShape="0">
            <a:srgbClr val="000000">
              <a:alpha val="30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accent2"/>
            </a:solidFill>
            <a:effectLst/>
            <a:uFillTx/>
            <a:latin typeface="MAD Sans Fill Regular"/>
            <a:ea typeface="MAD Sans Fill Regular"/>
            <a:cs typeface="MAD Sans Fill Regular"/>
            <a:sym typeface="MAD Sans Fill Regular"/>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4b49a22-6ee0-45db-bab7-abddf60624a6" xsi:nil="true"/>
    <lcf76f155ced4ddcb4097134ff3c332f xmlns="71397b2c-519b-4c2e-bd46-e013762d93f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55B41AFDFA6B740935D71589DC883F6" ma:contentTypeVersion="13" ma:contentTypeDescription="Create a new document." ma:contentTypeScope="" ma:versionID="0cc257c18418a87ade3bbacc4d6be942">
  <xsd:schema xmlns:xsd="http://www.w3.org/2001/XMLSchema" xmlns:xs="http://www.w3.org/2001/XMLSchema" xmlns:p="http://schemas.microsoft.com/office/2006/metadata/properties" xmlns:ns2="71397b2c-519b-4c2e-bd46-e013762d93fe" xmlns:ns3="e4b49a22-6ee0-45db-bab7-abddf60624a6" targetNamespace="http://schemas.microsoft.com/office/2006/metadata/properties" ma:root="true" ma:fieldsID="9736a761350b116b0e89f562dcb987f2" ns2:_="" ns3:_="">
    <xsd:import namespace="71397b2c-519b-4c2e-bd46-e013762d93fe"/>
    <xsd:import namespace="e4b49a22-6ee0-45db-bab7-abddf60624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397b2c-519b-4c2e-bd46-e013762d93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0a4fa12-5593-42e6-a6f3-20cd24b402f4"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b49a22-6ee0-45db-bab7-abddf60624a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78fbf1ae-97b9-490a-a843-80253dd457f0}" ma:internalName="TaxCatchAll" ma:showField="CatchAllData" ma:web="e4b49a22-6ee0-45db-bab7-abddf60624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3929ED-7080-4A79-B791-35EBBED7710E}">
  <ds:schemaRefs/>
</ds:datastoreItem>
</file>

<file path=customXml/itemProps2.xml><?xml version="1.0" encoding="utf-8"?>
<ds:datastoreItem xmlns:ds="http://schemas.openxmlformats.org/officeDocument/2006/customXml" ds:itemID="{A41E5454-B455-4E4F-9F86-0AE84615454D}">
  <ds:schemaRefs/>
</ds:datastoreItem>
</file>

<file path=customXml/itemProps3.xml><?xml version="1.0" encoding="utf-8"?>
<ds:datastoreItem xmlns:ds="http://schemas.openxmlformats.org/officeDocument/2006/customXml" ds:itemID="{B99182E1-703F-41E6-BC43-80893570CF53}">
  <ds:schemaRefs/>
</ds:datastoreItem>
</file>

<file path=docProps/app.xml><?xml version="1.0" encoding="utf-8"?>
<Properties xmlns="http://schemas.openxmlformats.org/officeDocument/2006/extended-properties" xmlns:vt="http://schemas.openxmlformats.org/officeDocument/2006/docPropsVTypes">
  <TotalTime>13</TotalTime>
  <Words>860</Words>
  <Application>Microsoft Office PowerPoint</Application>
  <PresentationFormat>宽屏</PresentationFormat>
  <Paragraphs>45</Paragraphs>
  <Slides>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vt:i4>
      </vt:variant>
    </vt:vector>
  </HeadingPairs>
  <TitlesOfParts>
    <vt:vector size="10" baseType="lpstr">
      <vt:lpstr>MAD Sans Fill Bold</vt:lpstr>
      <vt:lpstr>MAD Sans Fill Regular</vt:lpstr>
      <vt:lpstr>Neue Plak Compressed Bold</vt:lpstr>
      <vt:lpstr>Neue Plak Extended Black</vt:lpstr>
      <vt:lpstr>Arial</vt:lpstr>
      <vt:lpstr>SECTION</vt:lpstr>
      <vt:lpstr>PowerPoint 演示文稿</vt:lpstr>
      <vt:lpstr>insert bulleted List title text</vt:lpstr>
      <vt:lpstr>Copy One Column</vt:lpstr>
      <vt:lpstr>Copy Two Columns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Knippenberg, Alex</dc:creator>
  <cp:lastModifiedBy>H8711@365mak.com</cp:lastModifiedBy>
  <cp:revision>14</cp:revision>
  <dcterms:created xsi:type="dcterms:W3CDTF">2026-05-29T03:48:00Z</dcterms:created>
  <dcterms:modified xsi:type="dcterms:W3CDTF">2026-06-20T05:17:48Z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0x010100455B41AFDFA6B740935D71589DC883F6</vt:lpwstr>
  </property>
  <property fmtid="{D5CDD505-2E9C-101B-9397-08002B2CF9AE}" pid="3" name="MediaServiceImageTags">
    <vt:lpwstr/>
  </property>
  <property fmtid="{D5CDD505-2E9C-101B-9397-08002B2CF9AE}" pid="4" name="Order">
    <vt:lpwstr>6433600.00000000</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y fmtid="{D5CDD505-2E9C-101B-9397-08002B2CF9AE}" pid="9" name="TriggerFlowInfo">
    <vt:lpwstr/>
  </property>
  <property fmtid="{D5CDD505-2E9C-101B-9397-08002B2CF9AE}" pid="10" name="KSOProductBuildVer">
    <vt:lpwstr>2052-12.1.0.26375</vt:lpwstr>
  </property>
  <property fmtid="{D5CDD505-2E9C-101B-9397-08002B2CF9AE}" pid="11" name="ICV">
    <vt:lpwstr>FE4F2D96BE674BC98C134EE0FB806449_12</vt:lpwstr>
  </property>
</Properties>
</file>