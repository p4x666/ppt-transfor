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9"/>
  </p:notesMasterIdLst>
  <p:sldIdLst>
    <p:sldId id="295" r:id="rId5"/>
    <p:sldId id="296" r:id="rId6"/>
    <p:sldId id="297" r:id="rId7"/>
    <p:sldId id="298" r:id="rId8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4C3C2611-4C71-4FC5-86AE-919BDF0F9419}" styleName="">
    <a:wholeTbl>
      <a:tcTxStyle>
        <a:font>
          <a:latin typeface="MAD Sans Fill Regular"/>
          <a:ea typeface="MAD Sans Fill Regular"/>
          <a:cs typeface="MAD Sans Fill Regular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noFill/>
        </a:fill>
      </a:tcStyle>
    </a:wholeTbl>
    <a:band2H>
      <a:tcStyle>
        <a:tcBdr/>
        <a:fill>
          <a:solidFill>
            <a:srgbClr val="FFFFFF"/>
          </a:solidFill>
        </a:fill>
      </a:tcStyle>
    </a:band2H>
    <a:firstCol>
      <a:tcTxStyle>
        <a:font>
          <a:latin typeface="MAD Sans Fill Regular"/>
          <a:ea typeface="MAD Sans Fill Regular"/>
          <a:cs typeface="MAD Sans Fill Regular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noFill/>
        </a:fill>
      </a:tcStyle>
    </a:firstCol>
    <a:lastRow>
      <a:tcTxStyle>
        <a:font>
          <a:latin typeface="MAD Sans Fill Regular"/>
          <a:ea typeface="MAD Sans Fill Regular"/>
          <a:cs typeface="MAD Sans Fill Regular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>
        <a:font>
          <a:latin typeface="MAD Sans Fill Regular"/>
          <a:ea typeface="MAD Sans Fill Regular"/>
          <a:cs typeface="MAD Sans Fill Regular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02"/>
  </p:normalViewPr>
  <p:slideViewPr>
    <p:cSldViewPr snapToGrid="0">
      <p:cViewPr varScale="1">
        <p:scale>
          <a:sx n="116" d="100"/>
          <a:sy n="116" d="100"/>
        </p:scale>
        <p:origin x="48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Shape 22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29" name="Shape 22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MAD Sans Fill Bold"/>
      </a:defRPr>
    </a:lvl1pPr>
    <a:lvl2pPr indent="228600" latinLnBrk="0">
      <a:defRPr sz="1200">
        <a:latin typeface="+mn-lt"/>
        <a:ea typeface="+mn-ea"/>
        <a:cs typeface="+mn-cs"/>
        <a:sym typeface="MAD Sans Fill Bold"/>
      </a:defRPr>
    </a:lvl2pPr>
    <a:lvl3pPr indent="457200" latinLnBrk="0">
      <a:defRPr sz="1200">
        <a:latin typeface="+mn-lt"/>
        <a:ea typeface="+mn-ea"/>
        <a:cs typeface="+mn-cs"/>
        <a:sym typeface="MAD Sans Fill Bold"/>
      </a:defRPr>
    </a:lvl3pPr>
    <a:lvl4pPr indent="685800" latinLnBrk="0">
      <a:defRPr sz="1200">
        <a:latin typeface="+mn-lt"/>
        <a:ea typeface="+mn-ea"/>
        <a:cs typeface="+mn-cs"/>
        <a:sym typeface="MAD Sans Fill Bold"/>
      </a:defRPr>
    </a:lvl4pPr>
    <a:lvl5pPr indent="914400" latinLnBrk="0">
      <a:defRPr sz="1200">
        <a:latin typeface="+mn-lt"/>
        <a:ea typeface="+mn-ea"/>
        <a:cs typeface="+mn-cs"/>
        <a:sym typeface="MAD Sans Fill Bold"/>
      </a:defRPr>
    </a:lvl5pPr>
    <a:lvl6pPr indent="1143000" latinLnBrk="0">
      <a:defRPr sz="1200">
        <a:latin typeface="+mn-lt"/>
        <a:ea typeface="+mn-ea"/>
        <a:cs typeface="+mn-cs"/>
        <a:sym typeface="MAD Sans Fill Bold"/>
      </a:defRPr>
    </a:lvl6pPr>
    <a:lvl7pPr indent="1371600" latinLnBrk="0">
      <a:defRPr sz="1200">
        <a:latin typeface="+mn-lt"/>
        <a:ea typeface="+mn-ea"/>
        <a:cs typeface="+mn-cs"/>
        <a:sym typeface="MAD Sans Fill Bold"/>
      </a:defRPr>
    </a:lvl7pPr>
    <a:lvl8pPr indent="1600200" latinLnBrk="0">
      <a:defRPr sz="1200">
        <a:latin typeface="+mn-lt"/>
        <a:ea typeface="+mn-ea"/>
        <a:cs typeface="+mn-cs"/>
        <a:sym typeface="MAD Sans Fill Bold"/>
      </a:defRPr>
    </a:lvl8pPr>
    <a:lvl9pPr indent="1828800" latinLnBrk="0">
      <a:defRPr sz="1200">
        <a:latin typeface="+mn-lt"/>
        <a:ea typeface="+mn-ea"/>
        <a:cs typeface="+mn-cs"/>
        <a:sym typeface="MAD Sans Fill Bold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ection: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706"/>
            <a:ext cx="12192001" cy="68545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tacked Logo: Grey">
    <p:bg>
      <p:bgPr>
        <a:solidFill>
          <a:schemeClr val="accent6">
            <a:lumOff val="13725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0" y="2395361"/>
            <a:ext cx="2743200" cy="206727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-14826" y="4644"/>
            <a:ext cx="3822750" cy="6848712"/>
          </a:xfrm>
          <a:prstGeom prst="rect">
            <a:avLst/>
          </a:prstGeom>
          <a:solidFill>
            <a:schemeClr val="accent6">
              <a:lumOff val="13725"/>
            </a:schemeClr>
          </a:solidFill>
          <a:ln w="12700">
            <a:miter lim="400000"/>
          </a:ln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txBody>
          <a:bodyPr lIns="45719" rIns="45719" anchor="ctr"/>
          <a:lstStyle/>
          <a:p>
            <a:endParaRPr/>
          </a:p>
        </p:txBody>
      </p:sp>
      <p:pic>
        <p:nvPicPr>
          <p:cNvPr id="3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706"/>
            <a:ext cx="12192000" cy="68545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Title Text"/>
          <p:cNvSpPr txBox="1">
            <a:spLocks noGrp="1"/>
          </p:cNvSpPr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5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60" r:id="rId2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2pPr>
      <a:lvl3pPr marL="1234440" marR="0" indent="-32004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TextBox 8"/>
          <p:cNvSpPr txBox="1"/>
          <p:nvPr/>
        </p:nvSpPr>
        <p:spPr>
          <a:xfrm>
            <a:off x="2185051" y="2831419"/>
            <a:ext cx="2797628" cy="1069413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457200">
              <a:defRPr sz="3600">
                <a:solidFill>
                  <a:srgbClr val="FFFFFF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Insert Text</a:t>
            </a:r>
          </a:p>
        </p:txBody>
      </p:sp>
      <p:sp>
        <p:nvSpPr>
          <p:cNvPr id="452" name="TextBox 8"/>
          <p:cNvSpPr txBox="1"/>
          <p:nvPr/>
        </p:nvSpPr>
        <p:spPr>
          <a:xfrm>
            <a:off x="7209321" y="2831419"/>
            <a:ext cx="2797628" cy="1069413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457200">
              <a:defRPr sz="3600">
                <a:solidFill>
                  <a:srgbClr val="FFFFFF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Insert Text</a:t>
            </a:r>
          </a:p>
        </p:txBody>
      </p:sp>
      <p:sp>
        <p:nvSpPr>
          <p:cNvPr id="453" name="Line"/>
          <p:cNvSpPr/>
          <p:nvPr/>
        </p:nvSpPr>
        <p:spPr>
          <a:xfrm>
            <a:off x="5225345" y="3429000"/>
            <a:ext cx="1741310" cy="0"/>
          </a:xfrm>
          <a:prstGeom prst="line">
            <a:avLst/>
          </a:prstGeom>
          <a:ln w="25400">
            <a:solidFill>
              <a:srgbClr val="FFFFFF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TextBox 8"/>
          <p:cNvSpPr txBox="1"/>
          <p:nvPr/>
        </p:nvSpPr>
        <p:spPr>
          <a:xfrm>
            <a:off x="721782" y="2929048"/>
            <a:ext cx="2316728" cy="885586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457200">
              <a:defRPr sz="3000">
                <a:solidFill>
                  <a:srgbClr val="FFFFFF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Insert Text</a:t>
            </a:r>
          </a:p>
        </p:txBody>
      </p:sp>
      <p:sp>
        <p:nvSpPr>
          <p:cNvPr id="456" name="TextBox 8"/>
          <p:cNvSpPr txBox="1"/>
          <p:nvPr/>
        </p:nvSpPr>
        <p:spPr>
          <a:xfrm>
            <a:off x="4882401" y="2929048"/>
            <a:ext cx="2316727" cy="885586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457200">
              <a:defRPr sz="3000">
                <a:solidFill>
                  <a:srgbClr val="FFFFFF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Insert Text</a:t>
            </a:r>
          </a:p>
        </p:txBody>
      </p:sp>
      <p:sp>
        <p:nvSpPr>
          <p:cNvPr id="457" name="Line"/>
          <p:cNvSpPr/>
          <p:nvPr/>
        </p:nvSpPr>
        <p:spPr>
          <a:xfrm>
            <a:off x="3239462" y="3429000"/>
            <a:ext cx="1441986" cy="0"/>
          </a:xfrm>
          <a:prstGeom prst="line">
            <a:avLst/>
          </a:prstGeom>
          <a:ln w="25400">
            <a:solidFill>
              <a:srgbClr val="FFFFFF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58" name="TextBox 8"/>
          <p:cNvSpPr txBox="1"/>
          <p:nvPr/>
        </p:nvSpPr>
        <p:spPr>
          <a:xfrm>
            <a:off x="9043018" y="2929048"/>
            <a:ext cx="2316727" cy="885586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457200">
              <a:defRPr sz="3000">
                <a:solidFill>
                  <a:srgbClr val="FFFFFF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Insert Text</a:t>
            </a:r>
          </a:p>
        </p:txBody>
      </p:sp>
      <p:sp>
        <p:nvSpPr>
          <p:cNvPr id="459" name="Line"/>
          <p:cNvSpPr/>
          <p:nvPr/>
        </p:nvSpPr>
        <p:spPr>
          <a:xfrm>
            <a:off x="7400080" y="3429000"/>
            <a:ext cx="1441986" cy="0"/>
          </a:xfrm>
          <a:prstGeom prst="line">
            <a:avLst/>
          </a:prstGeom>
          <a:ln w="25400">
            <a:solidFill>
              <a:srgbClr val="FFFFFF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TextBox 8"/>
          <p:cNvSpPr txBox="1"/>
          <p:nvPr/>
        </p:nvSpPr>
        <p:spPr>
          <a:xfrm>
            <a:off x="4697186" y="1180072"/>
            <a:ext cx="2797628" cy="981857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457200">
              <a:defRPr sz="3600">
                <a:solidFill>
                  <a:srgbClr val="FFFFFF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Insert Text</a:t>
            </a:r>
          </a:p>
        </p:txBody>
      </p:sp>
      <p:sp>
        <p:nvSpPr>
          <p:cNvPr id="462" name="Line"/>
          <p:cNvSpPr/>
          <p:nvPr/>
        </p:nvSpPr>
        <p:spPr>
          <a:xfrm>
            <a:off x="6095999" y="2487790"/>
            <a:ext cx="1" cy="1767500"/>
          </a:xfrm>
          <a:prstGeom prst="line">
            <a:avLst/>
          </a:prstGeom>
          <a:ln w="25400">
            <a:solidFill>
              <a:srgbClr val="FFFFFF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63" name="TextBox 8"/>
          <p:cNvSpPr txBox="1"/>
          <p:nvPr/>
        </p:nvSpPr>
        <p:spPr>
          <a:xfrm>
            <a:off x="4697186" y="4466832"/>
            <a:ext cx="2797628" cy="981857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457200">
              <a:defRPr sz="3600">
                <a:solidFill>
                  <a:srgbClr val="FFFFFF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Insert Text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TextBox 8"/>
          <p:cNvSpPr txBox="1"/>
          <p:nvPr/>
        </p:nvSpPr>
        <p:spPr>
          <a:xfrm>
            <a:off x="4697186" y="607936"/>
            <a:ext cx="2797628" cy="1160674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457200">
              <a:defRPr sz="3000">
                <a:solidFill>
                  <a:srgbClr val="FFFFFF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Insert Text</a:t>
            </a:r>
          </a:p>
        </p:txBody>
      </p:sp>
      <p:sp>
        <p:nvSpPr>
          <p:cNvPr id="466" name="Line"/>
          <p:cNvSpPr/>
          <p:nvPr/>
        </p:nvSpPr>
        <p:spPr>
          <a:xfrm>
            <a:off x="6095999" y="1828095"/>
            <a:ext cx="1" cy="922659"/>
          </a:xfrm>
          <a:prstGeom prst="line">
            <a:avLst/>
          </a:prstGeom>
          <a:ln w="25400">
            <a:solidFill>
              <a:srgbClr val="FFFFFF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67" name="TextBox 8"/>
          <p:cNvSpPr txBox="1"/>
          <p:nvPr/>
        </p:nvSpPr>
        <p:spPr>
          <a:xfrm>
            <a:off x="4697186" y="2754406"/>
            <a:ext cx="2797628" cy="1160674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457200">
              <a:defRPr sz="3000">
                <a:solidFill>
                  <a:srgbClr val="FFFFFF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Insert Text</a:t>
            </a:r>
          </a:p>
        </p:txBody>
      </p:sp>
      <p:sp>
        <p:nvSpPr>
          <p:cNvPr id="468" name="Line"/>
          <p:cNvSpPr/>
          <p:nvPr/>
        </p:nvSpPr>
        <p:spPr>
          <a:xfrm>
            <a:off x="6095999" y="3974566"/>
            <a:ext cx="1" cy="922658"/>
          </a:xfrm>
          <a:prstGeom prst="line">
            <a:avLst/>
          </a:prstGeom>
          <a:ln w="25400">
            <a:solidFill>
              <a:srgbClr val="FFFFFF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69" name="TextBox 8"/>
          <p:cNvSpPr txBox="1"/>
          <p:nvPr/>
        </p:nvSpPr>
        <p:spPr>
          <a:xfrm>
            <a:off x="4697186" y="4900877"/>
            <a:ext cx="2797628" cy="1160674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457200">
              <a:defRPr sz="3000">
                <a:solidFill>
                  <a:srgbClr val="FFFFFF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Insert Text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SECTION">
  <a:themeElements>
    <a:clrScheme name="SECTION">
      <a:dk1>
        <a:srgbClr val="14141E"/>
      </a:dk1>
      <a:lt1>
        <a:srgbClr val="B3B3BF"/>
      </a:lt1>
      <a:dk2>
        <a:srgbClr val="A7A7A7"/>
      </a:dk2>
      <a:lt2>
        <a:srgbClr val="535353"/>
      </a:lt2>
      <a:accent1>
        <a:srgbClr val="DC1117"/>
      </a:accent1>
      <a:accent2>
        <a:srgbClr val="14141E"/>
      </a:accent2>
      <a:accent3>
        <a:srgbClr val="282832"/>
      </a:accent3>
      <a:accent4>
        <a:srgbClr val="505059"/>
      </a:accent4>
      <a:accent5>
        <a:srgbClr val="8C8C96"/>
      </a:accent5>
      <a:accent6>
        <a:srgbClr val="B3B3BF"/>
      </a:accent6>
      <a:hlink>
        <a:srgbClr val="0000FF"/>
      </a:hlink>
      <a:folHlink>
        <a:srgbClr val="FF00FF"/>
      </a:folHlink>
    </a:clrScheme>
    <a:fontScheme name="SECTION">
      <a:majorFont>
        <a:latin typeface="Helvetica"/>
        <a:ea typeface="Helvetica"/>
        <a:cs typeface="Helvetica"/>
      </a:majorFont>
      <a:minorFont>
        <a:latin typeface="MAD Sans Fill Bold"/>
        <a:ea typeface="MAD Sans Fill Bold"/>
        <a:cs typeface="MAD Sans Fill Bold"/>
      </a:minorFont>
    </a:fontScheme>
    <a:fmtScheme name="SECT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30000"/>
              </a:srgbClr>
            </a:outerShdw>
          </a:effectLst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0F0FA"/>
        </a:solidFill>
        <a:ln w="12700" cap="flat">
          <a:solidFill>
            <a:schemeClr val="accent1"/>
          </a:solidFill>
          <a:prstDash val="solid"/>
          <a:miter lim="800000"/>
        </a:ln>
        <a:effectLst>
          <a:outerShdw blurRad="50800" dist="25400" dir="5400000" rotWithShape="0">
            <a:srgbClr val="000000">
              <a:alpha val="30000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chemeClr val="accent2"/>
            </a:solidFill>
            <a:effectLst/>
            <a:uFillTx/>
            <a:latin typeface="MAD Sans Fill Regular"/>
            <a:ea typeface="MAD Sans Fill Regular"/>
            <a:cs typeface="MAD Sans Fill Regular"/>
            <a:sym typeface="MAD Sans Fill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chemeClr val="accent2"/>
            </a:solidFill>
            <a:effectLst/>
            <a:uFillTx/>
            <a:latin typeface="MAD Sans Fill Regular"/>
            <a:ea typeface="MAD Sans Fill Regular"/>
            <a:cs typeface="MAD Sans Fill Regular"/>
            <a:sym typeface="MAD Sans Fill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ECTION">
  <a:themeElements>
    <a:clrScheme name="SECTION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DC1117"/>
      </a:accent1>
      <a:accent2>
        <a:srgbClr val="14141E"/>
      </a:accent2>
      <a:accent3>
        <a:srgbClr val="282832"/>
      </a:accent3>
      <a:accent4>
        <a:srgbClr val="505059"/>
      </a:accent4>
      <a:accent5>
        <a:srgbClr val="8C8C96"/>
      </a:accent5>
      <a:accent6>
        <a:srgbClr val="B3B3BF"/>
      </a:accent6>
      <a:hlink>
        <a:srgbClr val="0000FF"/>
      </a:hlink>
      <a:folHlink>
        <a:srgbClr val="FF00FF"/>
      </a:folHlink>
    </a:clrScheme>
    <a:fontScheme name="SECTION">
      <a:majorFont>
        <a:latin typeface="Helvetica"/>
        <a:ea typeface="Helvetica"/>
        <a:cs typeface="Helvetica"/>
      </a:majorFont>
      <a:minorFont>
        <a:latin typeface="MAD Sans Fill Bold"/>
        <a:ea typeface="MAD Sans Fill Bold"/>
        <a:cs typeface="MAD Sans Fill Bold"/>
      </a:minorFont>
    </a:fontScheme>
    <a:fmtScheme name="SECT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30000"/>
              </a:srgbClr>
            </a:outerShdw>
          </a:effectLst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0F0FA"/>
        </a:solidFill>
        <a:ln w="12700" cap="flat">
          <a:solidFill>
            <a:schemeClr val="accent1"/>
          </a:solidFill>
          <a:prstDash val="solid"/>
          <a:miter lim="800000"/>
        </a:ln>
        <a:effectLst>
          <a:outerShdw blurRad="50800" dist="25400" dir="5400000" rotWithShape="0">
            <a:srgbClr val="000000">
              <a:alpha val="30000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chemeClr val="accent2"/>
            </a:solidFill>
            <a:effectLst/>
            <a:uFillTx/>
            <a:latin typeface="MAD Sans Fill Regular"/>
            <a:ea typeface="MAD Sans Fill Regular"/>
            <a:cs typeface="MAD Sans Fill Regular"/>
            <a:sym typeface="MAD Sans Fill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chemeClr val="accent2"/>
            </a:solidFill>
            <a:effectLst/>
            <a:uFillTx/>
            <a:latin typeface="MAD Sans Fill Regular"/>
            <a:ea typeface="MAD Sans Fill Regular"/>
            <a:cs typeface="MAD Sans Fill Regular"/>
            <a:sym typeface="MAD Sans Fill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4b49a22-6ee0-45db-bab7-abddf60624a6" xsi:nil="true"/>
    <lcf76f155ced4ddcb4097134ff3c332f xmlns="71397b2c-519b-4c2e-bd46-e013762d93fe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5B41AFDFA6B740935D71589DC883F6" ma:contentTypeVersion="13" ma:contentTypeDescription="Create a new document." ma:contentTypeScope="" ma:versionID="0cc257c18418a87ade3bbacc4d6be942">
  <xsd:schema xmlns:xsd="http://www.w3.org/2001/XMLSchema" xmlns:xs="http://www.w3.org/2001/XMLSchema" xmlns:p="http://schemas.microsoft.com/office/2006/metadata/properties" xmlns:ns2="71397b2c-519b-4c2e-bd46-e013762d93fe" xmlns:ns3="e4b49a22-6ee0-45db-bab7-abddf60624a6" targetNamespace="http://schemas.microsoft.com/office/2006/metadata/properties" ma:root="true" ma:fieldsID="9736a761350b116b0e89f562dcb987f2" ns2:_="" ns3:_="">
    <xsd:import namespace="71397b2c-519b-4c2e-bd46-e013762d93fe"/>
    <xsd:import namespace="e4b49a22-6ee0-45db-bab7-abddf60624a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397b2c-519b-4c2e-bd46-e013762d93f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6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e0a4fa12-5593-42e6-a6f3-20cd24b402f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b49a22-6ee0-45db-bab7-abddf60624a6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78fbf1ae-97b9-490a-a843-80253dd457f0}" ma:internalName="TaxCatchAll" ma:showField="CatchAllData" ma:web="e4b49a22-6ee0-45db-bab7-abddf60624a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C3929ED-7080-4A79-B791-35EBBED7710E}">
  <ds:schemaRefs/>
</ds:datastoreItem>
</file>

<file path=customXml/itemProps2.xml><?xml version="1.0" encoding="utf-8"?>
<ds:datastoreItem xmlns:ds="http://schemas.openxmlformats.org/officeDocument/2006/customXml" ds:itemID="{A41E5454-B455-4E4F-9F86-0AE84615454D}">
  <ds:schemaRefs/>
</ds:datastoreItem>
</file>

<file path=customXml/itemProps3.xml><?xml version="1.0" encoding="utf-8"?>
<ds:datastoreItem xmlns:ds="http://schemas.openxmlformats.org/officeDocument/2006/customXml" ds:itemID="{B99182E1-703F-41E6-BC43-80893570CF53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20</Words>
  <Application>Microsoft Office PowerPoint</Application>
  <PresentationFormat>宽屏</PresentationFormat>
  <Paragraphs>10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MAD Sans Fill Bold</vt:lpstr>
      <vt:lpstr>MAD Sans Fill Regular</vt:lpstr>
      <vt:lpstr>Neue Plak Extended Black</vt:lpstr>
      <vt:lpstr>Arial</vt:lpstr>
      <vt:lpstr>SECTION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Knippenberg, Alex</dc:creator>
  <cp:lastModifiedBy>H8711@365mak.com</cp:lastModifiedBy>
  <cp:revision>14</cp:revision>
  <dcterms:created xsi:type="dcterms:W3CDTF">2026-05-29T03:48:00Z</dcterms:created>
  <dcterms:modified xsi:type="dcterms:W3CDTF">2026-06-20T06:13:45Z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0x010100455B41AFDFA6B740935D71589DC883F6</vt:lpwstr>
  </property>
  <property fmtid="{D5CDD505-2E9C-101B-9397-08002B2CF9AE}" pid="3" name="MediaServiceImageTags">
    <vt:lpwstr/>
  </property>
  <property fmtid="{D5CDD505-2E9C-101B-9397-08002B2CF9AE}" pid="4" name="Order">
    <vt:lpwstr>6433600.00000000</vt:lpwstr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KSOProductBuildVer">
    <vt:lpwstr>2052-12.1.0.26375</vt:lpwstr>
  </property>
  <property fmtid="{D5CDD505-2E9C-101B-9397-08002B2CF9AE}" pid="11" name="ICV">
    <vt:lpwstr>FE4F2D96BE674BC98C134EE0FB806449_12</vt:lpwstr>
  </property>
</Properties>
</file>