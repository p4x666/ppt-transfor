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6"/>
  </p:notesMasterIdLst>
  <p:sldIdLst>
    <p:sldId id="294" r:id="rId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Style>
        <a:tcBdr/>
        <a:fill>
          <a:solidFill>
            <a:srgbClr val="FFFFFF"/>
          </a:solidFill>
        </a:fill>
      </a:tcStyle>
    </a:band2H>
    <a:firstCo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2"/>
  </p:normalViewPr>
  <p:slideViewPr>
    <p:cSldViewPr snapToGrid="0">
      <p:cViewPr varScale="1">
        <p:scale>
          <a:sx n="116" d="100"/>
          <a:sy n="116" d="100"/>
        </p:scale>
        <p:origin x="48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9" name="Shape 2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MAD Sans Fill Bold"/>
      </a:defRPr>
    </a:lvl1pPr>
    <a:lvl2pPr indent="228600" latinLnBrk="0">
      <a:defRPr sz="1200">
        <a:latin typeface="+mn-lt"/>
        <a:ea typeface="+mn-ea"/>
        <a:cs typeface="+mn-cs"/>
        <a:sym typeface="MAD Sans Fill Bold"/>
      </a:defRPr>
    </a:lvl2pPr>
    <a:lvl3pPr indent="457200" latinLnBrk="0">
      <a:defRPr sz="1200">
        <a:latin typeface="+mn-lt"/>
        <a:ea typeface="+mn-ea"/>
        <a:cs typeface="+mn-cs"/>
        <a:sym typeface="MAD Sans Fill Bold"/>
      </a:defRPr>
    </a:lvl3pPr>
    <a:lvl4pPr indent="685800" latinLnBrk="0">
      <a:defRPr sz="1200">
        <a:latin typeface="+mn-lt"/>
        <a:ea typeface="+mn-ea"/>
        <a:cs typeface="+mn-cs"/>
        <a:sym typeface="MAD Sans Fill Bold"/>
      </a:defRPr>
    </a:lvl4pPr>
    <a:lvl5pPr indent="914400" latinLnBrk="0">
      <a:defRPr sz="1200">
        <a:latin typeface="+mn-lt"/>
        <a:ea typeface="+mn-ea"/>
        <a:cs typeface="+mn-cs"/>
        <a:sym typeface="MAD Sans Fill Bold"/>
      </a:defRPr>
    </a:lvl5pPr>
    <a:lvl6pPr indent="1143000" latinLnBrk="0">
      <a:defRPr sz="1200">
        <a:latin typeface="+mn-lt"/>
        <a:ea typeface="+mn-ea"/>
        <a:cs typeface="+mn-cs"/>
        <a:sym typeface="MAD Sans Fill Bold"/>
      </a:defRPr>
    </a:lvl6pPr>
    <a:lvl7pPr indent="1371600" latinLnBrk="0">
      <a:defRPr sz="1200">
        <a:latin typeface="+mn-lt"/>
        <a:ea typeface="+mn-ea"/>
        <a:cs typeface="+mn-cs"/>
        <a:sym typeface="MAD Sans Fill Bold"/>
      </a:defRPr>
    </a:lvl7pPr>
    <a:lvl8pPr indent="1600200" latinLnBrk="0">
      <a:defRPr sz="1200">
        <a:latin typeface="+mn-lt"/>
        <a:ea typeface="+mn-ea"/>
        <a:cs typeface="+mn-cs"/>
        <a:sym typeface="MAD Sans Fill Bold"/>
      </a:defRPr>
    </a:lvl8pPr>
    <a:lvl9pPr indent="1828800" latinLnBrk="0">
      <a:defRPr sz="1200">
        <a:latin typeface="+mn-lt"/>
        <a:ea typeface="+mn-ea"/>
        <a:cs typeface="+mn-cs"/>
        <a:sym typeface="MAD Sans Fill Bold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: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06"/>
            <a:ext cx="12192001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cked Logo: Grey">
    <p:bg>
      <p:bgPr>
        <a:solidFill>
          <a:schemeClr val="accent6">
            <a:lumOff val="1372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2395361"/>
            <a:ext cx="2743200" cy="206727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-14826" y="4644"/>
            <a:ext cx="3822750" cy="6848712"/>
          </a:xfrm>
          <a:prstGeom prst="rect">
            <a:avLst/>
          </a:prstGeom>
          <a:solidFill>
            <a:schemeClr val="accent6">
              <a:lumOff val="13725"/>
            </a:schemeClr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pic>
        <p:nvPicPr>
          <p:cNvPr id="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0" r:id="rId2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651" y="1672579"/>
            <a:ext cx="3292698" cy="351284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48" name="TextBox 8"/>
          <p:cNvSpPr txBox="1"/>
          <p:nvPr/>
        </p:nvSpPr>
        <p:spPr>
          <a:xfrm>
            <a:off x="2185051" y="2831419"/>
            <a:ext cx="2797628" cy="106941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457200">
              <a:defRPr sz="36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Text</a:t>
            </a:r>
          </a:p>
        </p:txBody>
      </p:sp>
      <p:sp>
        <p:nvSpPr>
          <p:cNvPr id="449" name="TextBox 8"/>
          <p:cNvSpPr txBox="1"/>
          <p:nvPr/>
        </p:nvSpPr>
        <p:spPr>
          <a:xfrm>
            <a:off x="7209321" y="2831419"/>
            <a:ext cx="2797628" cy="106941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457200">
              <a:defRPr sz="36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Text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ECTION">
  <a:themeElements>
    <a:clrScheme name="SECTION">
      <a:dk1>
        <a:srgbClr val="14141E"/>
      </a:dk1>
      <a:lt1>
        <a:srgbClr val="B3B3B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">
  <a:themeElements>
    <a:clrScheme name="SECTI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b49a22-6ee0-45db-bab7-abddf60624a6" xsi:nil="true"/>
    <lcf76f155ced4ddcb4097134ff3c332f xmlns="71397b2c-519b-4c2e-bd46-e013762d93f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5B41AFDFA6B740935D71589DC883F6" ma:contentTypeVersion="13" ma:contentTypeDescription="Create a new document." ma:contentTypeScope="" ma:versionID="0cc257c18418a87ade3bbacc4d6be942">
  <xsd:schema xmlns:xsd="http://www.w3.org/2001/XMLSchema" xmlns:xs="http://www.w3.org/2001/XMLSchema" xmlns:p="http://schemas.microsoft.com/office/2006/metadata/properties" xmlns:ns2="71397b2c-519b-4c2e-bd46-e013762d93fe" xmlns:ns3="e4b49a22-6ee0-45db-bab7-abddf60624a6" targetNamespace="http://schemas.microsoft.com/office/2006/metadata/properties" ma:root="true" ma:fieldsID="9736a761350b116b0e89f562dcb987f2" ns2:_="" ns3:_="">
    <xsd:import namespace="71397b2c-519b-4c2e-bd46-e013762d93fe"/>
    <xsd:import namespace="e4b49a22-6ee0-45db-bab7-abddf60624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97b2c-519b-4c2e-bd46-e013762d93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0a4fa12-5593-42e6-a6f3-20cd24b402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b49a22-6ee0-45db-bab7-abddf60624a6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8fbf1ae-97b9-490a-a843-80253dd457f0}" ma:internalName="TaxCatchAll" ma:showField="CatchAllData" ma:web="e4b49a22-6ee0-45db-bab7-abddf60624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3929ED-7080-4A79-B791-35EBBED7710E}">
  <ds:schemaRefs/>
</ds:datastoreItem>
</file>

<file path=customXml/itemProps2.xml><?xml version="1.0" encoding="utf-8"?>
<ds:datastoreItem xmlns:ds="http://schemas.openxmlformats.org/officeDocument/2006/customXml" ds:itemID="{A41E5454-B455-4E4F-9F86-0AE84615454D}">
  <ds:schemaRefs/>
</ds:datastoreItem>
</file>

<file path=customXml/itemProps3.xml><?xml version="1.0" encoding="utf-8"?>
<ds:datastoreItem xmlns:ds="http://schemas.openxmlformats.org/officeDocument/2006/customXml" ds:itemID="{B99182E1-703F-41E6-BC43-80893570CF5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MAD Sans Fill Bold</vt:lpstr>
      <vt:lpstr>MAD Sans Fill Regular</vt:lpstr>
      <vt:lpstr>Neue Plak Extended Black</vt:lpstr>
      <vt:lpstr>Arial</vt:lpstr>
      <vt:lpstr>SECTION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Knippenberg, Alex</dc:creator>
  <cp:lastModifiedBy>H8711@365mak.com</cp:lastModifiedBy>
  <cp:revision>14</cp:revision>
  <dcterms:created xsi:type="dcterms:W3CDTF">2026-05-29T03:48:00Z</dcterms:created>
  <dcterms:modified xsi:type="dcterms:W3CDTF">2026-06-20T05:23:54Z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0x010100455B41AFDFA6B740935D71589DC883F6</vt:lpwstr>
  </property>
  <property fmtid="{D5CDD505-2E9C-101B-9397-08002B2CF9AE}" pid="3" name="MediaServiceImageTags">
    <vt:lpwstr/>
  </property>
  <property fmtid="{D5CDD505-2E9C-101B-9397-08002B2CF9AE}" pid="4" name="Order">
    <vt:lpwstr>6433600.00000000</vt:lpwstr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KSOProductBuildVer">
    <vt:lpwstr>2052-12.1.0.26375</vt:lpwstr>
  </property>
  <property fmtid="{D5CDD505-2E9C-101B-9397-08002B2CF9AE}" pid="11" name="ICV">
    <vt:lpwstr>FE4F2D96BE674BC98C134EE0FB806449_12</vt:lpwstr>
  </property>
</Properties>
</file>