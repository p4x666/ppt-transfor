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316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2"/>
  </p:normalViewPr>
  <p:slideViewPr>
    <p:cSldViewPr snapToGrid="0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  <a:ln w="12700" cap="flat">
              <a:noFill/>
              <a:miter lim="400000"/>
            </a:ln>
            <a:effectLst>
              <a:outerShdw blurRad="38100" dist="12700" dir="5400000" algn="tl">
                <a:srgbClr val="000000">
                  <a:alpha val="30000"/>
                </a:srgbClr>
              </a:outerShdw>
            </a:effectLst>
          </c:spPr>
          <c:dPt>
            <c:idx val="1"/>
            <c:bubble3D val="0"/>
            <c:spPr>
              <a:solidFill>
                <a:schemeClr val="accent6"/>
              </a:solidFill>
              <a:ln w="12700" cap="flat">
                <a:noFill/>
                <a:miter lim="400000"/>
              </a:ln>
              <a:effectLst>
                <a:outerShdw blurRad="38100" dist="12700" dir="5400000" algn="tl">
                  <a:srgbClr val="000000">
                    <a:alpha val="3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45A-4A1F-AAA9-96E69D34EC73}"/>
              </c:ext>
            </c:extLst>
          </c:dPt>
          <c:cat>
            <c:multiLvlStrRef>
              <c:f>Sheet1!$B$1:$C$1</c:f>
            </c:multiLvl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5A-4A1F-AAA9-96E69D34EC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  <c:extLst>
      <c:ext uri="{0b15fc19-7d7d-44ad-8c2d-2c3a37ce22c3}">
        <chartProps xmlns="https://web.wps.cn/et/2018/main" chartId="{b318cd50-19c0-4593-bfec-78574d589a10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>
              <a:outerShdw blurRad="38100" dist="12700" dir="5400000" algn="tl">
                <a:srgbClr val="000000">
                  <a:alpha val="30000"/>
                </a:srgbClr>
              </a:outerShdw>
            </a:effectLst>
          </c:spPr>
          <c:dPt>
            <c:idx val="1"/>
            <c:bubble3D val="0"/>
            <c:spPr>
              <a:solidFill>
                <a:schemeClr val="accent6"/>
              </a:solidFill>
              <a:ln w="12700" cap="flat">
                <a:noFill/>
                <a:miter lim="400000"/>
              </a:ln>
              <a:effectLst>
                <a:outerShdw blurRad="38100" dist="12700" dir="5400000" algn="tl">
                  <a:srgbClr val="000000">
                    <a:alpha val="3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6CD-49B7-871A-36B421A64091}"/>
              </c:ext>
            </c:extLst>
          </c:dPt>
          <c:cat>
            <c:multiLvlStrRef>
              <c:f>Sheet1!$B$1:$C$1</c:f>
            </c:multiLvl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CD-49B7-871A-36B421A64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  <c:extLst>
      <c:ext uri="{0b15fc19-7d7d-44ad-8c2d-2c3a37ce22c3}">
        <chartProps xmlns="https://web.wps.cn/et/2018/main" chartId="{51c09324-1bd3-49aa-af2b-d42d6c0bb869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2"/>
            </a:solidFill>
            <a:ln w="12700" cap="flat">
              <a:noFill/>
              <a:miter lim="400000"/>
            </a:ln>
            <a:effectLst>
              <a:outerShdw blurRad="38100" dist="12700" dir="5400000" algn="tl">
                <a:srgbClr val="000000">
                  <a:alpha val="30000"/>
                </a:srgbClr>
              </a:outerShdw>
            </a:effectLst>
          </c:spPr>
          <c:dPt>
            <c:idx val="1"/>
            <c:bubble3D val="0"/>
            <c:spPr>
              <a:solidFill>
                <a:schemeClr val="accent6"/>
              </a:solidFill>
              <a:ln w="12700" cap="flat">
                <a:noFill/>
                <a:miter lim="400000"/>
              </a:ln>
              <a:effectLst>
                <a:outerShdw blurRad="38100" dist="12700" dir="5400000" algn="tl">
                  <a:srgbClr val="000000">
                    <a:alpha val="3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4D4-4202-8FD4-57CEE23B1744}"/>
              </c:ext>
            </c:extLst>
          </c:dPt>
          <c:cat>
            <c:multiLvlStrRef>
              <c:f>Sheet1!$B$1:$C$1</c:f>
            </c:multiLvl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4D4-4202-8FD4-57CEE23B17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  <c:extLst>
      <c:ext uri="{0b15fc19-7d7d-44ad-8c2d-2c3a37ce22c3}">
        <chartProps xmlns="https://web.wps.cn/et/2018/main" chartId="{4509e481-ac70-41f2-91e7-1c629b63b7d2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pie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3"/>
            </a:solidFill>
            <a:ln w="12700" cap="flat">
              <a:noFill/>
              <a:miter lim="400000"/>
            </a:ln>
            <a:effectLst>
              <a:outerShdw blurRad="38100" dist="12700" dir="5400000" algn="tl">
                <a:srgbClr val="000000">
                  <a:alpha val="30000"/>
                </a:srgbClr>
              </a:outerShdw>
            </a:effectLst>
          </c:spPr>
          <c:dPt>
            <c:idx val="1"/>
            <c:bubble3D val="0"/>
            <c:spPr>
              <a:solidFill>
                <a:schemeClr val="accent6"/>
              </a:solidFill>
              <a:ln w="12700" cap="flat">
                <a:noFill/>
                <a:miter lim="400000"/>
              </a:ln>
              <a:effectLst>
                <a:outerShdw blurRad="38100" dist="12700" dir="5400000" algn="tl">
                  <a:srgbClr val="000000">
                    <a:alpha val="30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196-40D4-9BF1-A1DF3B587906}"/>
              </c:ext>
            </c:extLst>
          </c:dPt>
          <c:cat>
            <c:multiLvlStrRef>
              <c:f>Sheet1!$B$1:$C$1</c:f>
            </c:multiLvl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96-40D4-9BF1-A1DF3B5879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  <c:extLst>
      <c:ext uri="{0b15fc19-7d7d-44ad-8c2d-2c3a37ce22c3}">
        <chartProps xmlns="https://web.wps.cn/et/2018/main" chartId="{8d8ddf86-0816-45f2-ac1e-dadbf484e269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aphic Elem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"/>
          <p:cNvSpPr/>
          <p:nvPr/>
        </p:nvSpPr>
        <p:spPr>
          <a:xfrm>
            <a:off x="-3394" y="1319299"/>
            <a:ext cx="12198789" cy="5559993"/>
          </a:xfrm>
          <a:prstGeom prst="rect">
            <a:avLst/>
          </a:prstGeom>
          <a:solidFill>
            <a:srgbClr val="1D1D1D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sp>
        <p:nvSpPr>
          <p:cNvPr id="136" name="Click to Insert title"/>
          <p:cNvSpPr txBox="1">
            <a:spLocks noGrp="1"/>
          </p:cNvSpPr>
          <p:nvPr>
            <p:ph type="title" hasCustomPrompt="1"/>
          </p:nvPr>
        </p:nvSpPr>
        <p:spPr>
          <a:xfrm>
            <a:off x="530351" y="101086"/>
            <a:ext cx="11661649" cy="121699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70000"/>
              </a:lnSpc>
              <a:tabLst>
                <a:tab pos="1612900" algn="l"/>
              </a:tabLst>
              <a:defRPr sz="6000" b="0" spc="0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Click to Insert title</a:t>
            </a:r>
          </a:p>
        </p:txBody>
      </p:sp>
      <p:pic>
        <p:nvPicPr>
          <p:cNvPr id="13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136"/>
            </a:lvl1pPr>
          </a:lstStyle>
          <a:p>
            <a:r>
              <a:t>Ring Charts Small</a:t>
            </a:r>
          </a:p>
        </p:txBody>
      </p:sp>
      <p:graphicFrame>
        <p:nvGraphicFramePr>
          <p:cNvPr id="2085" name="Chart 9"/>
          <p:cNvGraphicFramePr/>
          <p:nvPr/>
        </p:nvGraphicFramePr>
        <p:xfrm>
          <a:off x="993141" y="2505381"/>
          <a:ext cx="2171700" cy="217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86" name="Chart 49"/>
          <p:cNvGraphicFramePr/>
          <p:nvPr/>
        </p:nvGraphicFramePr>
        <p:xfrm>
          <a:off x="3669455" y="2505381"/>
          <a:ext cx="2171700" cy="217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87" name="Chart 50"/>
          <p:cNvGraphicFramePr/>
          <p:nvPr/>
        </p:nvGraphicFramePr>
        <p:xfrm>
          <a:off x="6345768" y="2505381"/>
          <a:ext cx="2171700" cy="217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88" name="Chart 51"/>
          <p:cNvGraphicFramePr/>
          <p:nvPr/>
        </p:nvGraphicFramePr>
        <p:xfrm>
          <a:off x="9022080" y="2505381"/>
          <a:ext cx="2171700" cy="217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89" name="Oval 21"/>
          <p:cNvSpPr/>
          <p:nvPr/>
        </p:nvSpPr>
        <p:spPr>
          <a:xfrm>
            <a:off x="1208523" y="2720764"/>
            <a:ext cx="1740934" cy="1740934"/>
          </a:xfrm>
          <a:prstGeom prst="ellipse">
            <a:avLst/>
          </a:prstGeom>
          <a:solidFill>
            <a:srgbClr val="F0F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2090" name="Oval 22"/>
          <p:cNvSpPr/>
          <p:nvPr/>
        </p:nvSpPr>
        <p:spPr>
          <a:xfrm>
            <a:off x="3884838" y="2720764"/>
            <a:ext cx="1740933" cy="1740934"/>
          </a:xfrm>
          <a:prstGeom prst="ellipse">
            <a:avLst/>
          </a:prstGeom>
          <a:solidFill>
            <a:srgbClr val="F0F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2091" name="Oval 23"/>
          <p:cNvSpPr/>
          <p:nvPr/>
        </p:nvSpPr>
        <p:spPr>
          <a:xfrm>
            <a:off x="6561150" y="2720764"/>
            <a:ext cx="1740933" cy="1740934"/>
          </a:xfrm>
          <a:prstGeom prst="ellipse">
            <a:avLst/>
          </a:prstGeom>
          <a:solidFill>
            <a:srgbClr val="F0F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2092" name="Oval 24"/>
          <p:cNvSpPr/>
          <p:nvPr/>
        </p:nvSpPr>
        <p:spPr>
          <a:xfrm>
            <a:off x="9237463" y="2720764"/>
            <a:ext cx="1740933" cy="1740934"/>
          </a:xfrm>
          <a:prstGeom prst="ellipse">
            <a:avLst/>
          </a:prstGeom>
          <a:solidFill>
            <a:srgbClr val="F0F0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0F0FA"/>
                </a:solidFill>
                <a:latin typeface="+mn-lt"/>
                <a:ea typeface="+mn-ea"/>
                <a:cs typeface="+mn-cs"/>
                <a:sym typeface="MAD Sans Fill Bold"/>
              </a:defRPr>
            </a:pPr>
            <a:endParaRPr/>
          </a:p>
        </p:txBody>
      </p:sp>
      <p:sp>
        <p:nvSpPr>
          <p:cNvPr id="2093" name="Textfeld 38"/>
          <p:cNvSpPr txBox="1"/>
          <p:nvPr/>
        </p:nvSpPr>
        <p:spPr>
          <a:xfrm>
            <a:off x="1087446" y="5099568"/>
            <a:ext cx="1983088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2094" name="Textfeld 38"/>
          <p:cNvSpPr txBox="1"/>
          <p:nvPr/>
        </p:nvSpPr>
        <p:spPr>
          <a:xfrm>
            <a:off x="3763760" y="5099567"/>
            <a:ext cx="1983088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2095" name="Textfeld 38"/>
          <p:cNvSpPr txBox="1"/>
          <p:nvPr/>
        </p:nvSpPr>
        <p:spPr>
          <a:xfrm>
            <a:off x="6440075" y="5099567"/>
            <a:ext cx="1983087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2096" name="Textfeld 38"/>
          <p:cNvSpPr txBox="1"/>
          <p:nvPr/>
        </p:nvSpPr>
        <p:spPr>
          <a:xfrm>
            <a:off x="9116388" y="5099565"/>
            <a:ext cx="1983087" cy="6781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 defTabSz="457200">
              <a:lnSpc>
                <a:spcPct val="70000"/>
              </a:lnSpc>
              <a:defRPr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r>
              <a:t>Insert Text</a:t>
            </a:r>
            <a:endParaRPr>
              <a:latin typeface="Neue Plak Text Regular"/>
              <a:ea typeface="Neue Plak Text Regular"/>
              <a:cs typeface="Neue Plak Text Regular"/>
              <a:sym typeface="Neue Plak Text Regular"/>
            </a:endParaRPr>
          </a:p>
          <a:p>
            <a:pPr algn="ctr" defTabSz="457200">
              <a:lnSpc>
                <a:spcPct val="70000"/>
              </a:lnSpc>
              <a:defRPr sz="20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pPr>
            <a:endParaRPr sz="1400" b="1">
              <a:latin typeface="Neue Plak Extended Black"/>
              <a:ea typeface="Neue Plak Extended Black"/>
              <a:cs typeface="Neue Plak Extended Black"/>
              <a:sym typeface="Neue Plak Extended Black"/>
            </a:endParaRPr>
          </a:p>
          <a:p>
            <a:pPr algn="ctr">
              <a:lnSpc>
                <a:spcPct val="70000"/>
              </a:lnSpc>
              <a:defRPr sz="1000">
                <a:solidFill>
                  <a:srgbClr val="FFFFFF"/>
                </a:solidFill>
                <a:latin typeface="Neue Plak Light"/>
                <a:ea typeface="Neue Plak Light"/>
                <a:cs typeface="Neue Plak Light"/>
                <a:sym typeface="Neue Plak Light"/>
              </a:defRPr>
            </a:pPr>
            <a:r>
              <a:t>INSERT TEXT HERE</a:t>
            </a:r>
          </a:p>
        </p:txBody>
      </p:sp>
      <p:sp>
        <p:nvSpPr>
          <p:cNvPr id="2097" name="Rectangle 37"/>
          <p:cNvSpPr txBox="1"/>
          <p:nvPr/>
        </p:nvSpPr>
        <p:spPr>
          <a:xfrm>
            <a:off x="1208522" y="3176567"/>
            <a:ext cx="1740937" cy="7264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lnSpc>
                <a:spcPct val="70000"/>
              </a:lnSpc>
              <a:spcBef>
                <a:spcPts val="600"/>
              </a:spcBef>
              <a:defRPr sz="3400" cap="all" spc="-56">
                <a:solidFill>
                  <a:srgbClr val="000000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Insert Text</a:t>
            </a:r>
          </a:p>
        </p:txBody>
      </p:sp>
      <p:sp>
        <p:nvSpPr>
          <p:cNvPr id="2098" name="Rectangle 37"/>
          <p:cNvSpPr txBox="1"/>
          <p:nvPr/>
        </p:nvSpPr>
        <p:spPr>
          <a:xfrm>
            <a:off x="3884836" y="3176568"/>
            <a:ext cx="1740937" cy="7264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lnSpc>
                <a:spcPct val="70000"/>
              </a:lnSpc>
              <a:spcBef>
                <a:spcPts val="600"/>
              </a:spcBef>
              <a:defRPr sz="3400" cap="all" spc="-56">
                <a:solidFill>
                  <a:srgbClr val="000000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Insert Text</a:t>
            </a:r>
          </a:p>
        </p:txBody>
      </p:sp>
      <p:sp>
        <p:nvSpPr>
          <p:cNvPr id="2099" name="Rectangle 37"/>
          <p:cNvSpPr txBox="1"/>
          <p:nvPr/>
        </p:nvSpPr>
        <p:spPr>
          <a:xfrm>
            <a:off x="6561147" y="3176568"/>
            <a:ext cx="1740937" cy="7264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lnSpc>
                <a:spcPct val="70000"/>
              </a:lnSpc>
              <a:spcBef>
                <a:spcPts val="600"/>
              </a:spcBef>
              <a:defRPr sz="3400" cap="all" spc="-56">
                <a:solidFill>
                  <a:srgbClr val="000000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Insert Text</a:t>
            </a:r>
          </a:p>
        </p:txBody>
      </p:sp>
      <p:sp>
        <p:nvSpPr>
          <p:cNvPr id="2100" name="Rectangle 37"/>
          <p:cNvSpPr txBox="1"/>
          <p:nvPr/>
        </p:nvSpPr>
        <p:spPr>
          <a:xfrm>
            <a:off x="9237463" y="3176568"/>
            <a:ext cx="1740937" cy="7264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ctr">
              <a:lnSpc>
                <a:spcPct val="70000"/>
              </a:lnSpc>
              <a:spcBef>
                <a:spcPts val="600"/>
              </a:spcBef>
              <a:defRPr sz="3400" cap="all" spc="-56">
                <a:solidFill>
                  <a:srgbClr val="000000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t>Insert Text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9182E1-703F-41E6-BC43-80893570CF53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9C3929ED-7080-4A79-B791-35EBBED7710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MAD Sans Fill Bold</vt:lpstr>
      <vt:lpstr>MAD Sans Fill Regular</vt:lpstr>
      <vt:lpstr>Neue Plak Compressed Bold</vt:lpstr>
      <vt:lpstr>Neue Plak Extended Black</vt:lpstr>
      <vt:lpstr>Neue Plak Text Regular</vt:lpstr>
      <vt:lpstr>Arial</vt:lpstr>
      <vt:lpstr>SECTION</vt:lpstr>
      <vt:lpstr>Ring Charts Small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H8711@365mak.com</cp:lastModifiedBy>
  <cp:revision>15</cp:revision>
  <dcterms:created xsi:type="dcterms:W3CDTF">2026-05-29T03:48:00Z</dcterms:created>
  <dcterms:modified xsi:type="dcterms:W3CDTF">2026-06-20T06:36:12Z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2052-12.1.0.26375</vt:lpwstr>
  </property>
  <property fmtid="{D5CDD505-2E9C-101B-9397-08002B2CF9AE}" pid="11" name="ICV">
    <vt:lpwstr>FE4F2D96BE674BC98C134EE0FB806449_12</vt:lpwstr>
  </property>
</Properties>
</file>