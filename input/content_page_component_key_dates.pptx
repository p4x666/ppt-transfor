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305" r:id="rId5"/>
    <p:sldId id="306" r:id="rId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7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rPr dirty="0"/>
              <a:t>Click to Insert title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Bold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Click to Insert title</a:t>
            </a:r>
          </a:p>
        </p:txBody>
      </p:sp>
      <p:pic>
        <p:nvPicPr>
          <p:cNvPr id="15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4" r:id="rId3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Textfeld 4"/>
          <p:cNvSpPr txBox="1"/>
          <p:nvPr/>
        </p:nvSpPr>
        <p:spPr>
          <a:xfrm>
            <a:off x="1334013" y="1885174"/>
            <a:ext cx="2021658" cy="23393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200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28</a:t>
            </a:r>
          </a:p>
        </p:txBody>
      </p:sp>
      <p:sp>
        <p:nvSpPr>
          <p:cNvPr id="525" name="May"/>
          <p:cNvSpPr txBox="1"/>
          <p:nvPr/>
        </p:nvSpPr>
        <p:spPr>
          <a:xfrm>
            <a:off x="1292741" y="1998271"/>
            <a:ext cx="2104202" cy="444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sz="2400" cap="all">
                <a:solidFill>
                  <a:srgbClr val="FFFFFF"/>
                </a:solidFill>
                <a:latin typeface="Neue Plak Condensed SemiBold"/>
                <a:ea typeface="Neue Plak Condensed SemiBold"/>
                <a:cs typeface="Neue Plak Condensed SemiBold"/>
                <a:sym typeface="Neue Plak Condensed SemiBold"/>
              </a:defRPr>
            </a:lvl1pPr>
          </a:lstStyle>
          <a:p>
            <a:r>
              <a:t>May</a:t>
            </a:r>
          </a:p>
        </p:txBody>
      </p:sp>
      <p:sp>
        <p:nvSpPr>
          <p:cNvPr id="526" name="Textfeld 38"/>
          <p:cNvSpPr txBox="1"/>
          <p:nvPr/>
        </p:nvSpPr>
        <p:spPr>
          <a:xfrm>
            <a:off x="1189325" y="4465978"/>
            <a:ext cx="2302137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27" name="Textfeld 4"/>
          <p:cNvSpPr txBox="1"/>
          <p:nvPr/>
        </p:nvSpPr>
        <p:spPr>
          <a:xfrm>
            <a:off x="3803279" y="1885174"/>
            <a:ext cx="2021658" cy="23393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200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21</a:t>
            </a:r>
          </a:p>
        </p:txBody>
      </p:sp>
      <p:sp>
        <p:nvSpPr>
          <p:cNvPr id="528" name="JUNE"/>
          <p:cNvSpPr txBox="1"/>
          <p:nvPr/>
        </p:nvSpPr>
        <p:spPr>
          <a:xfrm>
            <a:off x="3762007" y="1998271"/>
            <a:ext cx="2104202" cy="444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sz="2400" cap="all">
                <a:solidFill>
                  <a:srgbClr val="FFFFFF"/>
                </a:solidFill>
                <a:latin typeface="Neue Plak Condensed SemiBold"/>
                <a:ea typeface="Neue Plak Condensed SemiBold"/>
                <a:cs typeface="Neue Plak Condensed SemiBold"/>
                <a:sym typeface="Neue Plak Condensed SemiBold"/>
              </a:defRPr>
            </a:lvl1pPr>
          </a:lstStyle>
          <a:p>
            <a:r>
              <a:t>JUNE</a:t>
            </a:r>
          </a:p>
        </p:txBody>
      </p:sp>
      <p:sp>
        <p:nvSpPr>
          <p:cNvPr id="529" name="Textfeld 38"/>
          <p:cNvSpPr txBox="1"/>
          <p:nvPr/>
        </p:nvSpPr>
        <p:spPr>
          <a:xfrm>
            <a:off x="3658591" y="4465978"/>
            <a:ext cx="2302136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30" name="Textfeld 4"/>
          <p:cNvSpPr txBox="1"/>
          <p:nvPr/>
        </p:nvSpPr>
        <p:spPr>
          <a:xfrm>
            <a:off x="6375960" y="1885174"/>
            <a:ext cx="2021658" cy="23393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200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19</a:t>
            </a:r>
          </a:p>
        </p:txBody>
      </p:sp>
      <p:sp>
        <p:nvSpPr>
          <p:cNvPr id="531" name="SEPTEMBER"/>
          <p:cNvSpPr txBox="1"/>
          <p:nvPr/>
        </p:nvSpPr>
        <p:spPr>
          <a:xfrm>
            <a:off x="6334688" y="1998271"/>
            <a:ext cx="2104203" cy="444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sz="2400" cap="all">
                <a:solidFill>
                  <a:srgbClr val="FFFFFF"/>
                </a:solidFill>
                <a:latin typeface="Neue Plak Condensed SemiBold"/>
                <a:ea typeface="Neue Plak Condensed SemiBold"/>
                <a:cs typeface="Neue Plak Condensed SemiBold"/>
                <a:sym typeface="Neue Plak Condensed SemiBold"/>
              </a:defRPr>
            </a:lvl1pPr>
          </a:lstStyle>
          <a:p>
            <a:r>
              <a:t>SEPTEMBER</a:t>
            </a:r>
          </a:p>
        </p:txBody>
      </p:sp>
      <p:sp>
        <p:nvSpPr>
          <p:cNvPr id="532" name="Textfeld 38"/>
          <p:cNvSpPr txBox="1"/>
          <p:nvPr/>
        </p:nvSpPr>
        <p:spPr>
          <a:xfrm>
            <a:off x="6231273" y="4465978"/>
            <a:ext cx="2302136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33" name="Textfeld 4"/>
          <p:cNvSpPr txBox="1"/>
          <p:nvPr/>
        </p:nvSpPr>
        <p:spPr>
          <a:xfrm>
            <a:off x="8845226" y="1885174"/>
            <a:ext cx="2021658" cy="23393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200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13</a:t>
            </a:r>
          </a:p>
        </p:txBody>
      </p:sp>
      <p:sp>
        <p:nvSpPr>
          <p:cNvPr id="534" name="OCTOBER"/>
          <p:cNvSpPr txBox="1"/>
          <p:nvPr/>
        </p:nvSpPr>
        <p:spPr>
          <a:xfrm>
            <a:off x="8803954" y="1998271"/>
            <a:ext cx="2104202" cy="444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sz="2400" cap="all">
                <a:solidFill>
                  <a:srgbClr val="FFFFFF"/>
                </a:solidFill>
                <a:latin typeface="Neue Plak Condensed SemiBold"/>
                <a:ea typeface="Neue Plak Condensed SemiBold"/>
                <a:cs typeface="Neue Plak Condensed SemiBold"/>
                <a:sym typeface="Neue Plak Condensed SemiBold"/>
              </a:defRPr>
            </a:lvl1pPr>
          </a:lstStyle>
          <a:p>
            <a:r>
              <a:t>OCTOBER</a:t>
            </a:r>
          </a:p>
        </p:txBody>
      </p:sp>
      <p:sp>
        <p:nvSpPr>
          <p:cNvPr id="535" name="Textfeld 38"/>
          <p:cNvSpPr txBox="1"/>
          <p:nvPr/>
        </p:nvSpPr>
        <p:spPr>
          <a:xfrm>
            <a:off x="8700538" y="4465978"/>
            <a:ext cx="2302136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36" name="TextBox 8"/>
          <p:cNvSpPr txBox="1"/>
          <p:nvPr/>
        </p:nvSpPr>
        <p:spPr>
          <a:xfrm>
            <a:off x="2518538" y="385083"/>
            <a:ext cx="7154924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Key Dates Title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feld 4"/>
          <p:cNvSpPr txBox="1"/>
          <p:nvPr/>
        </p:nvSpPr>
        <p:spPr>
          <a:xfrm>
            <a:off x="1334013" y="1885174"/>
            <a:ext cx="2021658" cy="23393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2000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28</a:t>
            </a:r>
          </a:p>
        </p:txBody>
      </p:sp>
      <p:sp>
        <p:nvSpPr>
          <p:cNvPr id="539" name="May"/>
          <p:cNvSpPr txBox="1"/>
          <p:nvPr/>
        </p:nvSpPr>
        <p:spPr>
          <a:xfrm>
            <a:off x="1292741" y="1998271"/>
            <a:ext cx="2104202" cy="444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sz="2400" cap="all">
                <a:solidFill>
                  <a:srgbClr val="000000"/>
                </a:solidFill>
                <a:latin typeface="Neue Plak Condensed SemiBold"/>
                <a:ea typeface="Neue Plak Condensed SemiBold"/>
                <a:cs typeface="Neue Plak Condensed SemiBold"/>
                <a:sym typeface="Neue Plak Condensed SemiBold"/>
              </a:defRPr>
            </a:lvl1pPr>
          </a:lstStyle>
          <a:p>
            <a:r>
              <a:t>May</a:t>
            </a:r>
          </a:p>
        </p:txBody>
      </p:sp>
      <p:sp>
        <p:nvSpPr>
          <p:cNvPr id="540" name="Textfeld 38"/>
          <p:cNvSpPr txBox="1"/>
          <p:nvPr/>
        </p:nvSpPr>
        <p:spPr>
          <a:xfrm>
            <a:off x="1189325" y="4465978"/>
            <a:ext cx="2302137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000000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41" name="Textfeld 4"/>
          <p:cNvSpPr txBox="1"/>
          <p:nvPr/>
        </p:nvSpPr>
        <p:spPr>
          <a:xfrm>
            <a:off x="3803279" y="1885174"/>
            <a:ext cx="2021658" cy="23393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2000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21</a:t>
            </a:r>
          </a:p>
        </p:txBody>
      </p:sp>
      <p:sp>
        <p:nvSpPr>
          <p:cNvPr id="542" name="JUNE"/>
          <p:cNvSpPr txBox="1"/>
          <p:nvPr/>
        </p:nvSpPr>
        <p:spPr>
          <a:xfrm>
            <a:off x="3762007" y="1998271"/>
            <a:ext cx="2104202" cy="444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sz="2400" cap="all">
                <a:solidFill>
                  <a:srgbClr val="000000"/>
                </a:solidFill>
                <a:latin typeface="Neue Plak Condensed SemiBold"/>
                <a:ea typeface="Neue Plak Condensed SemiBold"/>
                <a:cs typeface="Neue Plak Condensed SemiBold"/>
                <a:sym typeface="Neue Plak Condensed SemiBold"/>
              </a:defRPr>
            </a:lvl1pPr>
          </a:lstStyle>
          <a:p>
            <a:r>
              <a:t>JUNE</a:t>
            </a:r>
          </a:p>
        </p:txBody>
      </p:sp>
      <p:sp>
        <p:nvSpPr>
          <p:cNvPr id="543" name="Textfeld 38"/>
          <p:cNvSpPr txBox="1"/>
          <p:nvPr/>
        </p:nvSpPr>
        <p:spPr>
          <a:xfrm>
            <a:off x="3658591" y="4465978"/>
            <a:ext cx="2302136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000000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44" name="Textfeld 4"/>
          <p:cNvSpPr txBox="1"/>
          <p:nvPr/>
        </p:nvSpPr>
        <p:spPr>
          <a:xfrm>
            <a:off x="6375960" y="1885174"/>
            <a:ext cx="2021658" cy="23393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2000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19</a:t>
            </a:r>
          </a:p>
        </p:txBody>
      </p:sp>
      <p:sp>
        <p:nvSpPr>
          <p:cNvPr id="545" name="SEPTEMBER"/>
          <p:cNvSpPr txBox="1"/>
          <p:nvPr/>
        </p:nvSpPr>
        <p:spPr>
          <a:xfrm>
            <a:off x="6334688" y="1998271"/>
            <a:ext cx="2104203" cy="444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sz="2400" cap="all">
                <a:solidFill>
                  <a:srgbClr val="000000"/>
                </a:solidFill>
                <a:latin typeface="Neue Plak Condensed SemiBold"/>
                <a:ea typeface="Neue Plak Condensed SemiBold"/>
                <a:cs typeface="Neue Plak Condensed SemiBold"/>
                <a:sym typeface="Neue Plak Condensed SemiBold"/>
              </a:defRPr>
            </a:lvl1pPr>
          </a:lstStyle>
          <a:p>
            <a:r>
              <a:t>SEPTEMBER</a:t>
            </a:r>
          </a:p>
        </p:txBody>
      </p:sp>
      <p:sp>
        <p:nvSpPr>
          <p:cNvPr id="546" name="Textfeld 38"/>
          <p:cNvSpPr txBox="1"/>
          <p:nvPr/>
        </p:nvSpPr>
        <p:spPr>
          <a:xfrm>
            <a:off x="6231273" y="4465978"/>
            <a:ext cx="2302136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000000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47" name="Textfeld 4"/>
          <p:cNvSpPr txBox="1"/>
          <p:nvPr/>
        </p:nvSpPr>
        <p:spPr>
          <a:xfrm>
            <a:off x="8845226" y="1885174"/>
            <a:ext cx="2021658" cy="23393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defRPr sz="12000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13</a:t>
            </a:r>
          </a:p>
        </p:txBody>
      </p:sp>
      <p:sp>
        <p:nvSpPr>
          <p:cNvPr id="548" name="OCTOBER"/>
          <p:cNvSpPr txBox="1"/>
          <p:nvPr/>
        </p:nvSpPr>
        <p:spPr>
          <a:xfrm>
            <a:off x="8803954" y="1998271"/>
            <a:ext cx="2104202" cy="444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90000"/>
              </a:lnSpc>
              <a:defRPr sz="2400" cap="all">
                <a:solidFill>
                  <a:srgbClr val="000000"/>
                </a:solidFill>
                <a:latin typeface="Neue Plak Condensed SemiBold"/>
                <a:ea typeface="Neue Plak Condensed SemiBold"/>
                <a:cs typeface="Neue Plak Condensed SemiBold"/>
                <a:sym typeface="Neue Plak Condensed SemiBold"/>
              </a:defRPr>
            </a:lvl1pPr>
          </a:lstStyle>
          <a:p>
            <a:r>
              <a:t>OCTOBER</a:t>
            </a:r>
          </a:p>
        </p:txBody>
      </p:sp>
      <p:sp>
        <p:nvSpPr>
          <p:cNvPr id="549" name="Textfeld 38"/>
          <p:cNvSpPr txBox="1"/>
          <p:nvPr/>
        </p:nvSpPr>
        <p:spPr>
          <a:xfrm>
            <a:off x="8700538" y="4465978"/>
            <a:ext cx="2302136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000000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550" name="TextBox 8"/>
          <p:cNvSpPr txBox="1"/>
          <p:nvPr/>
        </p:nvSpPr>
        <p:spPr>
          <a:xfrm>
            <a:off x="2518538" y="385083"/>
            <a:ext cx="7154924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Key Dates Title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</Words>
  <Application>Microsoft Office PowerPoint</Application>
  <PresentationFormat>宽屏</PresentationFormat>
  <Paragraphs>42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MAD Sans Fill Bold</vt:lpstr>
      <vt:lpstr>MAD Sans Fill Regular</vt:lpstr>
      <vt:lpstr>Neue Plak Compressed Bold</vt:lpstr>
      <vt:lpstr>Neue Plak Extended Black</vt:lpstr>
      <vt:lpstr>Neue Plak Text Regular</vt:lpstr>
      <vt:lpstr>Arial</vt:lpstr>
      <vt:lpstr>SECTION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2026-06-20T06:24:09Z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