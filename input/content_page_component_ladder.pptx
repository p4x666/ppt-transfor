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302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7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rPr dirty="0"/>
              <a:t>Click to Insert title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Box 8"/>
          <p:cNvSpPr txBox="1"/>
          <p:nvPr/>
        </p:nvSpPr>
        <p:spPr>
          <a:xfrm>
            <a:off x="674728" y="5085484"/>
            <a:ext cx="2300015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>
            <a:lvl1pPr algn="ctr" defTabSz="457200">
              <a:lnSpc>
                <a:spcPct val="70000"/>
              </a:lnSpc>
              <a:defRPr sz="1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80" name="TextBox 1"/>
          <p:cNvSpPr txBox="1"/>
          <p:nvPr/>
        </p:nvSpPr>
        <p:spPr>
          <a:xfrm>
            <a:off x="3518659" y="5085484"/>
            <a:ext cx="2300015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>
            <a:lvl1pPr algn="ctr" defTabSz="457200">
              <a:lnSpc>
                <a:spcPct val="70000"/>
              </a:lnSpc>
              <a:defRPr sz="1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81" name="TextBox 3"/>
          <p:cNvSpPr txBox="1"/>
          <p:nvPr/>
        </p:nvSpPr>
        <p:spPr>
          <a:xfrm>
            <a:off x="6376010" y="5085484"/>
            <a:ext cx="2300015" cy="682863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>
            <a:lvl1pPr algn="ctr" defTabSz="457200">
              <a:lnSpc>
                <a:spcPct val="70000"/>
              </a:lnSpc>
              <a:defRPr sz="1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82" name="TextBox 4"/>
          <p:cNvSpPr txBox="1"/>
          <p:nvPr/>
        </p:nvSpPr>
        <p:spPr>
          <a:xfrm>
            <a:off x="9217257" y="5087825"/>
            <a:ext cx="2300015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>
            <a:lvl1pPr algn="ctr" defTabSz="457200">
              <a:lnSpc>
                <a:spcPct val="70000"/>
              </a:lnSpc>
              <a:defRPr sz="1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83" name="Title 2"/>
          <p:cNvSpPr txBox="1">
            <a:spLocks noGrp="1"/>
          </p:cNvSpPr>
          <p:nvPr>
            <p:ph type="title"/>
          </p:nvPr>
        </p:nvSpPr>
        <p:spPr>
          <a:xfrm>
            <a:off x="-1" y="101086"/>
            <a:ext cx="12192001" cy="1216997"/>
          </a:xfrm>
          <a:prstGeom prst="rect">
            <a:avLst/>
          </a:prstGeom>
        </p:spPr>
        <p:txBody>
          <a:bodyPr/>
          <a:lstStyle>
            <a:lvl1pPr algn="ctr">
              <a:defRPr sz="5000"/>
            </a:lvl1pPr>
          </a:lstStyle>
          <a:p>
            <a:r>
              <a:t>linear tracks Timeline</a:t>
            </a:r>
          </a:p>
        </p:txBody>
      </p:sp>
      <p:sp>
        <p:nvSpPr>
          <p:cNvPr id="484" name="Insert Text"/>
          <p:cNvSpPr/>
          <p:nvPr/>
        </p:nvSpPr>
        <p:spPr>
          <a:xfrm>
            <a:off x="915310" y="3988916"/>
            <a:ext cx="10361380" cy="569603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miter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85" name="Line"/>
          <p:cNvSpPr/>
          <p:nvPr/>
        </p:nvSpPr>
        <p:spPr>
          <a:xfrm>
            <a:off x="902610" y="4935000"/>
            <a:ext cx="10521595" cy="1"/>
          </a:xfrm>
          <a:prstGeom prst="line">
            <a:avLst/>
          </a:prstGeom>
          <a:ln w="254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6" name="Insert Text"/>
          <p:cNvSpPr/>
          <p:nvPr/>
        </p:nvSpPr>
        <p:spPr>
          <a:xfrm>
            <a:off x="4685411" y="2943709"/>
            <a:ext cx="6603359" cy="569604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miter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87" name="Insert Text"/>
          <p:cNvSpPr/>
          <p:nvPr/>
        </p:nvSpPr>
        <p:spPr>
          <a:xfrm>
            <a:off x="7554231" y="1898503"/>
            <a:ext cx="3734539" cy="569603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miter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MAD Sans Fill Bold</vt:lpstr>
      <vt:lpstr>MAD Sans Fill Regular</vt:lpstr>
      <vt:lpstr>Neue Plak Compressed Bold</vt:lpstr>
      <vt:lpstr>Neue Plak Extended Black</vt:lpstr>
      <vt:lpstr>Arial</vt:lpstr>
      <vt:lpstr>SECTION</vt:lpstr>
      <vt:lpstr>linear tracks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2026-06-20T06:20:53Z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