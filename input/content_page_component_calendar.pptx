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310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aphic El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Click to Insert title</a:t>
            </a:r>
          </a:p>
        </p:txBody>
      </p:sp>
      <p:sp>
        <p:nvSpPr>
          <p:cNvPr id="146" name="Rectangle"/>
          <p:cNvSpPr/>
          <p:nvPr/>
        </p:nvSpPr>
        <p:spPr>
          <a:xfrm>
            <a:off x="-3394" y="1319299"/>
            <a:ext cx="12198789" cy="5559993"/>
          </a:xfrm>
          <a:prstGeom prst="rect">
            <a:avLst/>
          </a:prstGeom>
          <a:solidFill>
            <a:srgbClr val="F0F0FA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14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3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Calendar: FY Q4</a:t>
            </a:r>
          </a:p>
        </p:txBody>
      </p:sp>
      <p:grpSp>
        <p:nvGrpSpPr>
          <p:cNvPr id="1979" name="Group 7"/>
          <p:cNvGrpSpPr/>
          <p:nvPr/>
        </p:nvGrpSpPr>
        <p:grpSpPr>
          <a:xfrm>
            <a:off x="836347" y="2053842"/>
            <a:ext cx="10513928" cy="3963081"/>
            <a:chOff x="-2" y="-1"/>
            <a:chExt cx="10513928" cy="3963079"/>
          </a:xfrm>
        </p:grpSpPr>
        <p:grpSp>
          <p:nvGrpSpPr>
            <p:cNvPr id="1754" name="Group 6"/>
            <p:cNvGrpSpPr/>
            <p:nvPr/>
          </p:nvGrpSpPr>
          <p:grpSpPr>
            <a:xfrm>
              <a:off x="-2" y="-1"/>
              <a:ext cx="3099144" cy="3830611"/>
              <a:chOff x="-1" y="-1"/>
              <a:chExt cx="3099144" cy="3830611"/>
            </a:xfrm>
          </p:grpSpPr>
          <p:sp>
            <p:nvSpPr>
              <p:cNvPr id="1640" name="Rectangle 10"/>
              <p:cNvSpPr txBox="1"/>
              <p:nvPr/>
            </p:nvSpPr>
            <p:spPr>
              <a:xfrm>
                <a:off x="0" y="1439139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29</a:t>
                </a:r>
              </a:p>
            </p:txBody>
          </p:sp>
          <p:sp>
            <p:nvSpPr>
              <p:cNvPr id="1641" name="Rectangle 29"/>
              <p:cNvSpPr txBox="1"/>
              <p:nvPr/>
            </p:nvSpPr>
            <p:spPr>
              <a:xfrm>
                <a:off x="442735" y="1439139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30</a:t>
                </a:r>
              </a:p>
            </p:txBody>
          </p:sp>
          <p:sp>
            <p:nvSpPr>
              <p:cNvPr id="1642" name="Rectangle 30"/>
              <p:cNvSpPr txBox="1"/>
              <p:nvPr/>
            </p:nvSpPr>
            <p:spPr>
              <a:xfrm>
                <a:off x="885468" y="1439139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31</a:t>
                </a:r>
              </a:p>
            </p:txBody>
          </p:sp>
          <p:grpSp>
            <p:nvGrpSpPr>
              <p:cNvPr id="1645" name="Rectangle 31"/>
              <p:cNvGrpSpPr/>
              <p:nvPr/>
            </p:nvGrpSpPr>
            <p:grpSpPr>
              <a:xfrm>
                <a:off x="1328203" y="1306671"/>
                <a:ext cx="442737" cy="442737"/>
                <a:chOff x="0" y="0"/>
                <a:chExt cx="442735" cy="442735"/>
              </a:xfrm>
            </p:grpSpPr>
            <p:sp>
              <p:nvSpPr>
                <p:cNvPr id="1643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44" name="1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</a:t>
                  </a:r>
                </a:p>
              </p:txBody>
            </p:sp>
          </p:grpSp>
          <p:grpSp>
            <p:nvGrpSpPr>
              <p:cNvPr id="1648" name="Rectangle 32"/>
              <p:cNvGrpSpPr/>
              <p:nvPr/>
            </p:nvGrpSpPr>
            <p:grpSpPr>
              <a:xfrm>
                <a:off x="1770938" y="1306671"/>
                <a:ext cx="442737" cy="442737"/>
                <a:chOff x="0" y="0"/>
                <a:chExt cx="442735" cy="442735"/>
              </a:xfrm>
            </p:grpSpPr>
            <p:sp>
              <p:nvSpPr>
                <p:cNvPr id="1646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47" name="2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</a:t>
                  </a:r>
                </a:p>
              </p:txBody>
            </p:sp>
          </p:grpSp>
          <p:grpSp>
            <p:nvGrpSpPr>
              <p:cNvPr id="1651" name="Rectangle 33"/>
              <p:cNvGrpSpPr/>
              <p:nvPr/>
            </p:nvGrpSpPr>
            <p:grpSpPr>
              <a:xfrm>
                <a:off x="2213673" y="1306671"/>
                <a:ext cx="442737" cy="442737"/>
                <a:chOff x="0" y="0"/>
                <a:chExt cx="442735" cy="442735"/>
              </a:xfrm>
            </p:grpSpPr>
            <p:sp>
              <p:nvSpPr>
                <p:cNvPr id="1649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50" name="3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3</a:t>
                  </a:r>
                </a:p>
              </p:txBody>
            </p:sp>
          </p:grpSp>
          <p:grpSp>
            <p:nvGrpSpPr>
              <p:cNvPr id="1654" name="Rectangle 34"/>
              <p:cNvGrpSpPr/>
              <p:nvPr/>
            </p:nvGrpSpPr>
            <p:grpSpPr>
              <a:xfrm>
                <a:off x="2656406" y="1306671"/>
                <a:ext cx="442737" cy="442737"/>
                <a:chOff x="0" y="0"/>
                <a:chExt cx="442735" cy="442735"/>
              </a:xfrm>
            </p:grpSpPr>
            <p:sp>
              <p:nvSpPr>
                <p:cNvPr id="1652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53" name="4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4</a:t>
                  </a:r>
                </a:p>
              </p:txBody>
            </p:sp>
          </p:grpSp>
          <p:grpSp>
            <p:nvGrpSpPr>
              <p:cNvPr id="1657" name="Rectangle 43"/>
              <p:cNvGrpSpPr/>
              <p:nvPr/>
            </p:nvGrpSpPr>
            <p:grpSpPr>
              <a:xfrm>
                <a:off x="0" y="1749405"/>
                <a:ext cx="442737" cy="442737"/>
                <a:chOff x="0" y="0"/>
                <a:chExt cx="442735" cy="442735"/>
              </a:xfrm>
            </p:grpSpPr>
            <p:sp>
              <p:nvSpPr>
                <p:cNvPr id="165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56" name="5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5</a:t>
                  </a:r>
                </a:p>
              </p:txBody>
            </p:sp>
          </p:grpSp>
          <p:grpSp>
            <p:nvGrpSpPr>
              <p:cNvPr id="1660" name="Rectangle 44"/>
              <p:cNvGrpSpPr/>
              <p:nvPr/>
            </p:nvGrpSpPr>
            <p:grpSpPr>
              <a:xfrm>
                <a:off x="442735" y="1749405"/>
                <a:ext cx="442737" cy="442737"/>
                <a:chOff x="0" y="0"/>
                <a:chExt cx="442735" cy="442735"/>
              </a:xfrm>
            </p:grpSpPr>
            <p:sp>
              <p:nvSpPr>
                <p:cNvPr id="1658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59" name="6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6</a:t>
                  </a:r>
                </a:p>
              </p:txBody>
            </p:sp>
          </p:grpSp>
          <p:grpSp>
            <p:nvGrpSpPr>
              <p:cNvPr id="1663" name="Rectangle 45"/>
              <p:cNvGrpSpPr/>
              <p:nvPr/>
            </p:nvGrpSpPr>
            <p:grpSpPr>
              <a:xfrm>
                <a:off x="885468" y="1749405"/>
                <a:ext cx="442737" cy="442737"/>
                <a:chOff x="0" y="0"/>
                <a:chExt cx="442735" cy="442735"/>
              </a:xfrm>
            </p:grpSpPr>
            <p:sp>
              <p:nvSpPr>
                <p:cNvPr id="1661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62" name="7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7</a:t>
                  </a:r>
                </a:p>
              </p:txBody>
            </p:sp>
          </p:grpSp>
          <p:grpSp>
            <p:nvGrpSpPr>
              <p:cNvPr id="1666" name="Rectangle 46"/>
              <p:cNvGrpSpPr/>
              <p:nvPr/>
            </p:nvGrpSpPr>
            <p:grpSpPr>
              <a:xfrm>
                <a:off x="1328203" y="1749405"/>
                <a:ext cx="442737" cy="442737"/>
                <a:chOff x="0" y="0"/>
                <a:chExt cx="442735" cy="442735"/>
              </a:xfrm>
            </p:grpSpPr>
            <p:sp>
              <p:nvSpPr>
                <p:cNvPr id="1664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65" name="8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8</a:t>
                  </a:r>
                </a:p>
              </p:txBody>
            </p:sp>
          </p:grpSp>
          <p:grpSp>
            <p:nvGrpSpPr>
              <p:cNvPr id="1669" name="Rectangle 48"/>
              <p:cNvGrpSpPr/>
              <p:nvPr/>
            </p:nvGrpSpPr>
            <p:grpSpPr>
              <a:xfrm>
                <a:off x="2213673" y="1749405"/>
                <a:ext cx="442737" cy="442737"/>
                <a:chOff x="0" y="0"/>
                <a:chExt cx="442735" cy="442735"/>
              </a:xfrm>
            </p:grpSpPr>
            <p:sp>
              <p:nvSpPr>
                <p:cNvPr id="1667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68" name="10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10</a:t>
                  </a:r>
                </a:p>
              </p:txBody>
            </p:sp>
          </p:grpSp>
          <p:grpSp>
            <p:nvGrpSpPr>
              <p:cNvPr id="1672" name="Rectangle 49"/>
              <p:cNvGrpSpPr/>
              <p:nvPr/>
            </p:nvGrpSpPr>
            <p:grpSpPr>
              <a:xfrm>
                <a:off x="2656406" y="1749405"/>
                <a:ext cx="442737" cy="442737"/>
                <a:chOff x="0" y="0"/>
                <a:chExt cx="442735" cy="442735"/>
              </a:xfrm>
            </p:grpSpPr>
            <p:sp>
              <p:nvSpPr>
                <p:cNvPr id="1670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71" name="11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11</a:t>
                  </a:r>
                </a:p>
              </p:txBody>
            </p:sp>
          </p:grpSp>
          <p:grpSp>
            <p:nvGrpSpPr>
              <p:cNvPr id="1675" name="Rectangle 50"/>
              <p:cNvGrpSpPr/>
              <p:nvPr/>
            </p:nvGrpSpPr>
            <p:grpSpPr>
              <a:xfrm>
                <a:off x="0" y="2192140"/>
                <a:ext cx="442737" cy="442737"/>
                <a:chOff x="0" y="0"/>
                <a:chExt cx="442735" cy="442735"/>
              </a:xfrm>
            </p:grpSpPr>
            <p:sp>
              <p:nvSpPr>
                <p:cNvPr id="1673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74" name="12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12</a:t>
                  </a:r>
                </a:p>
              </p:txBody>
            </p:sp>
          </p:grpSp>
          <p:grpSp>
            <p:nvGrpSpPr>
              <p:cNvPr id="1678" name="Rectangle 51"/>
              <p:cNvGrpSpPr/>
              <p:nvPr/>
            </p:nvGrpSpPr>
            <p:grpSpPr>
              <a:xfrm>
                <a:off x="442735" y="2192140"/>
                <a:ext cx="442737" cy="442737"/>
                <a:chOff x="0" y="0"/>
                <a:chExt cx="442735" cy="442735"/>
              </a:xfrm>
            </p:grpSpPr>
            <p:sp>
              <p:nvSpPr>
                <p:cNvPr id="1676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77" name="13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13</a:t>
                  </a:r>
                </a:p>
              </p:txBody>
            </p:sp>
          </p:grpSp>
          <p:grpSp>
            <p:nvGrpSpPr>
              <p:cNvPr id="1681" name="Rectangle 52"/>
              <p:cNvGrpSpPr/>
              <p:nvPr/>
            </p:nvGrpSpPr>
            <p:grpSpPr>
              <a:xfrm>
                <a:off x="885468" y="2192140"/>
                <a:ext cx="442737" cy="442737"/>
                <a:chOff x="0" y="0"/>
                <a:chExt cx="442735" cy="442735"/>
              </a:xfrm>
            </p:grpSpPr>
            <p:sp>
              <p:nvSpPr>
                <p:cNvPr id="1679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80" name="14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14</a:t>
                  </a:r>
                </a:p>
              </p:txBody>
            </p:sp>
          </p:grpSp>
          <p:grpSp>
            <p:nvGrpSpPr>
              <p:cNvPr id="1684" name="Rectangle 53"/>
              <p:cNvGrpSpPr/>
              <p:nvPr/>
            </p:nvGrpSpPr>
            <p:grpSpPr>
              <a:xfrm>
                <a:off x="1328203" y="2192140"/>
                <a:ext cx="442737" cy="442737"/>
                <a:chOff x="0" y="0"/>
                <a:chExt cx="442735" cy="442735"/>
              </a:xfrm>
            </p:grpSpPr>
            <p:sp>
              <p:nvSpPr>
                <p:cNvPr id="1682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83" name="15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15</a:t>
                  </a:r>
                </a:p>
              </p:txBody>
            </p:sp>
          </p:grpSp>
          <p:grpSp>
            <p:nvGrpSpPr>
              <p:cNvPr id="1687" name="Rectangle 54"/>
              <p:cNvGrpSpPr/>
              <p:nvPr/>
            </p:nvGrpSpPr>
            <p:grpSpPr>
              <a:xfrm>
                <a:off x="1770938" y="2192140"/>
                <a:ext cx="442737" cy="442737"/>
                <a:chOff x="0" y="0"/>
                <a:chExt cx="442735" cy="442735"/>
              </a:xfrm>
            </p:grpSpPr>
            <p:sp>
              <p:nvSpPr>
                <p:cNvPr id="168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86" name="16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16</a:t>
                  </a:r>
                </a:p>
              </p:txBody>
            </p:sp>
          </p:grpSp>
          <p:grpSp>
            <p:nvGrpSpPr>
              <p:cNvPr id="1690" name="Rectangle 55"/>
              <p:cNvGrpSpPr/>
              <p:nvPr/>
            </p:nvGrpSpPr>
            <p:grpSpPr>
              <a:xfrm>
                <a:off x="2213673" y="2192140"/>
                <a:ext cx="442737" cy="442737"/>
                <a:chOff x="0" y="0"/>
                <a:chExt cx="442735" cy="442735"/>
              </a:xfrm>
            </p:grpSpPr>
            <p:sp>
              <p:nvSpPr>
                <p:cNvPr id="1688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89" name="17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17</a:t>
                  </a:r>
                </a:p>
              </p:txBody>
            </p:sp>
          </p:grpSp>
          <p:grpSp>
            <p:nvGrpSpPr>
              <p:cNvPr id="1693" name="Rectangle 56"/>
              <p:cNvGrpSpPr/>
              <p:nvPr/>
            </p:nvGrpSpPr>
            <p:grpSpPr>
              <a:xfrm>
                <a:off x="2656406" y="2192140"/>
                <a:ext cx="442737" cy="442737"/>
                <a:chOff x="0" y="0"/>
                <a:chExt cx="442735" cy="442735"/>
              </a:xfrm>
            </p:grpSpPr>
            <p:sp>
              <p:nvSpPr>
                <p:cNvPr id="1691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92" name="18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18</a:t>
                  </a:r>
                </a:p>
              </p:txBody>
            </p:sp>
          </p:grpSp>
          <p:grpSp>
            <p:nvGrpSpPr>
              <p:cNvPr id="1696" name="Rectangle 57"/>
              <p:cNvGrpSpPr/>
              <p:nvPr/>
            </p:nvGrpSpPr>
            <p:grpSpPr>
              <a:xfrm>
                <a:off x="0" y="2634874"/>
                <a:ext cx="442737" cy="442737"/>
                <a:chOff x="0" y="0"/>
                <a:chExt cx="442735" cy="442735"/>
              </a:xfrm>
            </p:grpSpPr>
            <p:sp>
              <p:nvSpPr>
                <p:cNvPr id="1694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95" name="19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19</a:t>
                  </a:r>
                </a:p>
              </p:txBody>
            </p:sp>
          </p:grpSp>
          <p:grpSp>
            <p:nvGrpSpPr>
              <p:cNvPr id="1699" name="Rectangle 58"/>
              <p:cNvGrpSpPr/>
              <p:nvPr/>
            </p:nvGrpSpPr>
            <p:grpSpPr>
              <a:xfrm>
                <a:off x="442735" y="2634874"/>
                <a:ext cx="442737" cy="442737"/>
                <a:chOff x="0" y="0"/>
                <a:chExt cx="442735" cy="442735"/>
              </a:xfrm>
            </p:grpSpPr>
            <p:sp>
              <p:nvSpPr>
                <p:cNvPr id="1697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698" name="20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20</a:t>
                  </a:r>
                </a:p>
              </p:txBody>
            </p:sp>
          </p:grpSp>
          <p:grpSp>
            <p:nvGrpSpPr>
              <p:cNvPr id="1702" name="Rectangle 59"/>
              <p:cNvGrpSpPr/>
              <p:nvPr/>
            </p:nvGrpSpPr>
            <p:grpSpPr>
              <a:xfrm>
                <a:off x="885468" y="2634874"/>
                <a:ext cx="442737" cy="442737"/>
                <a:chOff x="0" y="0"/>
                <a:chExt cx="442735" cy="442735"/>
              </a:xfrm>
            </p:grpSpPr>
            <p:sp>
              <p:nvSpPr>
                <p:cNvPr id="1700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01" name="21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21</a:t>
                  </a:r>
                </a:p>
              </p:txBody>
            </p:sp>
          </p:grpSp>
          <p:grpSp>
            <p:nvGrpSpPr>
              <p:cNvPr id="1705" name="Rectangle 61"/>
              <p:cNvGrpSpPr/>
              <p:nvPr/>
            </p:nvGrpSpPr>
            <p:grpSpPr>
              <a:xfrm>
                <a:off x="1770938" y="2634874"/>
                <a:ext cx="442737" cy="442737"/>
                <a:chOff x="0" y="0"/>
                <a:chExt cx="442735" cy="442735"/>
              </a:xfrm>
            </p:grpSpPr>
            <p:sp>
              <p:nvSpPr>
                <p:cNvPr id="1703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04" name="23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23</a:t>
                  </a:r>
                </a:p>
              </p:txBody>
            </p:sp>
          </p:grpSp>
          <p:grpSp>
            <p:nvGrpSpPr>
              <p:cNvPr id="1708" name="Rectangle 62"/>
              <p:cNvGrpSpPr/>
              <p:nvPr/>
            </p:nvGrpSpPr>
            <p:grpSpPr>
              <a:xfrm>
                <a:off x="2213673" y="2634874"/>
                <a:ext cx="442737" cy="442737"/>
                <a:chOff x="0" y="0"/>
                <a:chExt cx="442735" cy="442735"/>
              </a:xfrm>
            </p:grpSpPr>
            <p:sp>
              <p:nvSpPr>
                <p:cNvPr id="1706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07" name="24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24</a:t>
                  </a:r>
                </a:p>
              </p:txBody>
            </p:sp>
          </p:grpSp>
          <p:grpSp>
            <p:nvGrpSpPr>
              <p:cNvPr id="1711" name="Rectangle 63"/>
              <p:cNvGrpSpPr/>
              <p:nvPr/>
            </p:nvGrpSpPr>
            <p:grpSpPr>
              <a:xfrm>
                <a:off x="2656406" y="2634874"/>
                <a:ext cx="442737" cy="442737"/>
                <a:chOff x="0" y="0"/>
                <a:chExt cx="442735" cy="442735"/>
              </a:xfrm>
            </p:grpSpPr>
            <p:sp>
              <p:nvSpPr>
                <p:cNvPr id="1709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10" name="25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25</a:t>
                  </a:r>
                </a:p>
              </p:txBody>
            </p:sp>
          </p:grpSp>
          <p:grpSp>
            <p:nvGrpSpPr>
              <p:cNvPr id="1714" name="Rectangle 64"/>
              <p:cNvGrpSpPr/>
              <p:nvPr/>
            </p:nvGrpSpPr>
            <p:grpSpPr>
              <a:xfrm>
                <a:off x="0" y="3077608"/>
                <a:ext cx="442737" cy="442737"/>
                <a:chOff x="0" y="0"/>
                <a:chExt cx="442735" cy="442735"/>
              </a:xfrm>
            </p:grpSpPr>
            <p:sp>
              <p:nvSpPr>
                <p:cNvPr id="1712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13" name="26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26</a:t>
                  </a:r>
                </a:p>
              </p:txBody>
            </p:sp>
          </p:grpSp>
          <p:grpSp>
            <p:nvGrpSpPr>
              <p:cNvPr id="1717" name="Rectangle 66"/>
              <p:cNvGrpSpPr/>
              <p:nvPr/>
            </p:nvGrpSpPr>
            <p:grpSpPr>
              <a:xfrm>
                <a:off x="885468" y="3077608"/>
                <a:ext cx="442737" cy="442737"/>
                <a:chOff x="0" y="0"/>
                <a:chExt cx="442735" cy="442735"/>
              </a:xfrm>
            </p:grpSpPr>
            <p:sp>
              <p:nvSpPr>
                <p:cNvPr id="171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16" name="28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28</a:t>
                  </a:r>
                </a:p>
              </p:txBody>
            </p:sp>
          </p:grpSp>
          <p:grpSp>
            <p:nvGrpSpPr>
              <p:cNvPr id="1720" name="Rectangle 77"/>
              <p:cNvGrpSpPr/>
              <p:nvPr/>
            </p:nvGrpSpPr>
            <p:grpSpPr>
              <a:xfrm>
                <a:off x="1328203" y="3077608"/>
                <a:ext cx="442737" cy="442737"/>
                <a:chOff x="0" y="0"/>
                <a:chExt cx="442735" cy="442735"/>
              </a:xfrm>
            </p:grpSpPr>
            <p:sp>
              <p:nvSpPr>
                <p:cNvPr id="1718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19" name="29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29</a:t>
                  </a:r>
                </a:p>
              </p:txBody>
            </p:sp>
          </p:grpSp>
          <p:grpSp>
            <p:nvGrpSpPr>
              <p:cNvPr id="1723" name="Rectangle 78"/>
              <p:cNvGrpSpPr/>
              <p:nvPr/>
            </p:nvGrpSpPr>
            <p:grpSpPr>
              <a:xfrm>
                <a:off x="1770938" y="3077608"/>
                <a:ext cx="442737" cy="442737"/>
                <a:chOff x="0" y="0"/>
                <a:chExt cx="442735" cy="442735"/>
              </a:xfrm>
            </p:grpSpPr>
            <p:sp>
              <p:nvSpPr>
                <p:cNvPr id="1721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22" name="30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30</a:t>
                  </a:r>
                </a:p>
              </p:txBody>
            </p:sp>
          </p:grpSp>
          <p:grpSp>
            <p:nvGrpSpPr>
              <p:cNvPr id="1726" name="Rectangle 79"/>
              <p:cNvGrpSpPr/>
              <p:nvPr/>
            </p:nvGrpSpPr>
            <p:grpSpPr>
              <a:xfrm>
                <a:off x="2213673" y="3077608"/>
                <a:ext cx="442737" cy="442737"/>
                <a:chOff x="0" y="0"/>
                <a:chExt cx="442735" cy="442735"/>
              </a:xfrm>
            </p:grpSpPr>
            <p:sp>
              <p:nvSpPr>
                <p:cNvPr id="1724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25" name="31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31</a:t>
                  </a:r>
                </a:p>
              </p:txBody>
            </p:sp>
          </p:grpSp>
          <p:sp>
            <p:nvSpPr>
              <p:cNvPr id="1727" name="Rectangle 80"/>
              <p:cNvSpPr txBox="1"/>
              <p:nvPr/>
            </p:nvSpPr>
            <p:spPr>
              <a:xfrm>
                <a:off x="2656406" y="3210075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1</a:t>
                </a:r>
              </a:p>
            </p:txBody>
          </p:sp>
          <p:sp>
            <p:nvSpPr>
              <p:cNvPr id="1728" name="Rectangle 81"/>
              <p:cNvSpPr txBox="1"/>
              <p:nvPr/>
            </p:nvSpPr>
            <p:spPr>
              <a:xfrm>
                <a:off x="0" y="996404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M</a:t>
                </a:r>
              </a:p>
            </p:txBody>
          </p:sp>
          <p:sp>
            <p:nvSpPr>
              <p:cNvPr id="1729" name="Rectangle 82"/>
              <p:cNvSpPr txBox="1"/>
              <p:nvPr/>
            </p:nvSpPr>
            <p:spPr>
              <a:xfrm>
                <a:off x="442735" y="996404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T</a:t>
                </a:r>
              </a:p>
            </p:txBody>
          </p:sp>
          <p:sp>
            <p:nvSpPr>
              <p:cNvPr id="1730" name="Rectangle 83"/>
              <p:cNvSpPr txBox="1"/>
              <p:nvPr/>
            </p:nvSpPr>
            <p:spPr>
              <a:xfrm>
                <a:off x="885468" y="996404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W</a:t>
                </a:r>
              </a:p>
            </p:txBody>
          </p:sp>
          <p:sp>
            <p:nvSpPr>
              <p:cNvPr id="1731" name="Rectangle 84"/>
              <p:cNvSpPr txBox="1"/>
              <p:nvPr/>
            </p:nvSpPr>
            <p:spPr>
              <a:xfrm>
                <a:off x="1328203" y="996404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T</a:t>
                </a:r>
              </a:p>
            </p:txBody>
          </p:sp>
          <p:sp>
            <p:nvSpPr>
              <p:cNvPr id="1732" name="Rectangle 85"/>
              <p:cNvSpPr txBox="1"/>
              <p:nvPr/>
            </p:nvSpPr>
            <p:spPr>
              <a:xfrm>
                <a:off x="1770938" y="996404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F</a:t>
                </a:r>
              </a:p>
            </p:txBody>
          </p:sp>
          <p:sp>
            <p:nvSpPr>
              <p:cNvPr id="1733" name="Rectangle 86"/>
              <p:cNvSpPr txBox="1"/>
              <p:nvPr/>
            </p:nvSpPr>
            <p:spPr>
              <a:xfrm>
                <a:off x="2213673" y="996404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S</a:t>
                </a:r>
              </a:p>
            </p:txBody>
          </p:sp>
          <p:sp>
            <p:nvSpPr>
              <p:cNvPr id="1734" name="Rectangle 87"/>
              <p:cNvSpPr txBox="1"/>
              <p:nvPr/>
            </p:nvSpPr>
            <p:spPr>
              <a:xfrm>
                <a:off x="2656406" y="996404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S</a:t>
                </a:r>
              </a:p>
            </p:txBody>
          </p:sp>
          <p:sp>
            <p:nvSpPr>
              <p:cNvPr id="1735" name="Rectangle 88"/>
              <p:cNvSpPr txBox="1"/>
              <p:nvPr/>
            </p:nvSpPr>
            <p:spPr>
              <a:xfrm>
                <a:off x="0" y="3652809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</a:t>
                </a:r>
              </a:p>
            </p:txBody>
          </p:sp>
          <p:sp>
            <p:nvSpPr>
              <p:cNvPr id="1736" name="Rectangle 89"/>
              <p:cNvSpPr txBox="1"/>
              <p:nvPr/>
            </p:nvSpPr>
            <p:spPr>
              <a:xfrm>
                <a:off x="442735" y="3652809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3</a:t>
                </a:r>
              </a:p>
            </p:txBody>
          </p:sp>
          <p:sp>
            <p:nvSpPr>
              <p:cNvPr id="1737" name="Rectangle 90"/>
              <p:cNvSpPr txBox="1"/>
              <p:nvPr/>
            </p:nvSpPr>
            <p:spPr>
              <a:xfrm>
                <a:off x="885468" y="3652809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4</a:t>
                </a:r>
              </a:p>
            </p:txBody>
          </p:sp>
          <p:sp>
            <p:nvSpPr>
              <p:cNvPr id="1738" name="Rectangle 91"/>
              <p:cNvSpPr txBox="1"/>
              <p:nvPr/>
            </p:nvSpPr>
            <p:spPr>
              <a:xfrm>
                <a:off x="1328203" y="3652809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5</a:t>
                </a:r>
              </a:p>
            </p:txBody>
          </p:sp>
          <p:sp>
            <p:nvSpPr>
              <p:cNvPr id="1739" name="Rectangle 92"/>
              <p:cNvSpPr txBox="1"/>
              <p:nvPr/>
            </p:nvSpPr>
            <p:spPr>
              <a:xfrm>
                <a:off x="1770938" y="3652809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6</a:t>
                </a:r>
              </a:p>
            </p:txBody>
          </p:sp>
          <p:sp>
            <p:nvSpPr>
              <p:cNvPr id="1740" name="Rectangle 93"/>
              <p:cNvSpPr txBox="1"/>
              <p:nvPr/>
            </p:nvSpPr>
            <p:spPr>
              <a:xfrm>
                <a:off x="2213673" y="3652809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7</a:t>
                </a:r>
              </a:p>
            </p:txBody>
          </p:sp>
          <p:sp>
            <p:nvSpPr>
              <p:cNvPr id="1741" name="Rectangle 94"/>
              <p:cNvSpPr txBox="1"/>
              <p:nvPr/>
            </p:nvSpPr>
            <p:spPr>
              <a:xfrm>
                <a:off x="2656406" y="3652809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8</a:t>
                </a:r>
              </a:p>
            </p:txBody>
          </p:sp>
          <p:grpSp>
            <p:nvGrpSpPr>
              <p:cNvPr id="1744" name="Shape 1021"/>
              <p:cNvGrpSpPr/>
              <p:nvPr/>
            </p:nvGrpSpPr>
            <p:grpSpPr>
              <a:xfrm>
                <a:off x="-1" y="-1"/>
                <a:ext cx="3099144" cy="796658"/>
                <a:chOff x="-1" y="-1"/>
                <a:chExt cx="3099143" cy="796657"/>
              </a:xfrm>
            </p:grpSpPr>
            <p:sp>
              <p:nvSpPr>
                <p:cNvPr id="1742" name="Rectangle"/>
                <p:cNvSpPr/>
                <p:nvPr/>
              </p:nvSpPr>
              <p:spPr>
                <a:xfrm>
                  <a:off x="-1" y="-1"/>
                  <a:ext cx="3099143" cy="796657"/>
                </a:xfrm>
                <a:prstGeom prst="rect">
                  <a:avLst/>
                </a:pr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>
                  <a:outerShdw blurRad="38100" dist="12700" dir="5400000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defRPr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43" name="January"/>
                <p:cNvSpPr txBox="1"/>
                <p:nvPr/>
              </p:nvSpPr>
              <p:spPr>
                <a:xfrm>
                  <a:off x="-1" y="233227"/>
                  <a:ext cx="3099143" cy="3302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lnSpc>
                      <a:spcPct val="90000"/>
                    </a:lnSpc>
                    <a:defRPr b="1" cap="all" spc="-55">
                      <a:solidFill>
                        <a:srgbClr val="FFFFFF"/>
                      </a:solidFill>
                      <a:latin typeface="Neue Plak Extended Black"/>
                      <a:ea typeface="Neue Plak Extended Black"/>
                      <a:cs typeface="Neue Plak Extended Black"/>
                      <a:sym typeface="Neue Plak Extended Black"/>
                    </a:defRPr>
                  </a:lvl1pPr>
                </a:lstStyle>
                <a:p>
                  <a:r>
                    <a:t>January</a:t>
                  </a:r>
                </a:p>
              </p:txBody>
            </p:sp>
          </p:grpSp>
          <p:grpSp>
            <p:nvGrpSpPr>
              <p:cNvPr id="1747" name="Rectangle 47"/>
              <p:cNvGrpSpPr/>
              <p:nvPr/>
            </p:nvGrpSpPr>
            <p:grpSpPr>
              <a:xfrm>
                <a:off x="1770938" y="1749405"/>
                <a:ext cx="442737" cy="442737"/>
                <a:chOff x="0" y="0"/>
                <a:chExt cx="442735" cy="442735"/>
              </a:xfrm>
            </p:grpSpPr>
            <p:sp>
              <p:nvSpPr>
                <p:cNvPr id="174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46" name="9"/>
                <p:cNvSpPr txBox="1"/>
                <p:nvPr/>
              </p:nvSpPr>
              <p:spPr>
                <a:xfrm>
                  <a:off x="0" y="132467"/>
                  <a:ext cx="44273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rgbClr val="F0F0FA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9</a:t>
                  </a:r>
                </a:p>
              </p:txBody>
            </p:sp>
          </p:grpSp>
          <p:grpSp>
            <p:nvGrpSpPr>
              <p:cNvPr id="1750" name="Rectangle 60"/>
              <p:cNvGrpSpPr/>
              <p:nvPr/>
            </p:nvGrpSpPr>
            <p:grpSpPr>
              <a:xfrm>
                <a:off x="1328203" y="2634874"/>
                <a:ext cx="442737" cy="442737"/>
                <a:chOff x="0" y="0"/>
                <a:chExt cx="442735" cy="442735"/>
              </a:xfrm>
            </p:grpSpPr>
            <p:sp>
              <p:nvSpPr>
                <p:cNvPr id="1748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49" name="22"/>
                <p:cNvSpPr txBox="1"/>
                <p:nvPr/>
              </p:nvSpPr>
              <p:spPr>
                <a:xfrm>
                  <a:off x="0" y="132467"/>
                  <a:ext cx="44273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rgbClr val="F0F0FA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22</a:t>
                  </a:r>
                </a:p>
              </p:txBody>
            </p:sp>
          </p:grpSp>
          <p:grpSp>
            <p:nvGrpSpPr>
              <p:cNvPr id="1753" name="Rectangle 65"/>
              <p:cNvGrpSpPr/>
              <p:nvPr/>
            </p:nvGrpSpPr>
            <p:grpSpPr>
              <a:xfrm>
                <a:off x="442735" y="3077608"/>
                <a:ext cx="442737" cy="442737"/>
                <a:chOff x="0" y="0"/>
                <a:chExt cx="442735" cy="442735"/>
              </a:xfrm>
            </p:grpSpPr>
            <p:sp>
              <p:nvSpPr>
                <p:cNvPr id="1751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52" name="27"/>
                <p:cNvSpPr txBox="1"/>
                <p:nvPr/>
              </p:nvSpPr>
              <p:spPr>
                <a:xfrm>
                  <a:off x="0" y="132467"/>
                  <a:ext cx="44273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rgbClr val="F0F0FA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27</a:t>
                  </a:r>
                </a:p>
              </p:txBody>
            </p:sp>
          </p:grpSp>
        </p:grpSp>
        <p:grpSp>
          <p:nvGrpSpPr>
            <p:cNvPr id="1863" name="Group 5"/>
            <p:cNvGrpSpPr/>
            <p:nvPr/>
          </p:nvGrpSpPr>
          <p:grpSpPr>
            <a:xfrm>
              <a:off x="3707390" y="0"/>
              <a:ext cx="3099144" cy="3830610"/>
              <a:chOff x="-1" y="-1"/>
              <a:chExt cx="3099144" cy="3830610"/>
            </a:xfrm>
          </p:grpSpPr>
          <p:sp>
            <p:nvSpPr>
              <p:cNvPr id="1755" name="Rectangle 95"/>
              <p:cNvSpPr txBox="1"/>
              <p:nvPr/>
            </p:nvSpPr>
            <p:spPr>
              <a:xfrm>
                <a:off x="0" y="143913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26</a:t>
                </a:r>
              </a:p>
            </p:txBody>
          </p:sp>
          <p:sp>
            <p:nvSpPr>
              <p:cNvPr id="1756" name="Rectangle 96"/>
              <p:cNvSpPr txBox="1"/>
              <p:nvPr/>
            </p:nvSpPr>
            <p:spPr>
              <a:xfrm>
                <a:off x="442735" y="143913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27</a:t>
                </a:r>
              </a:p>
            </p:txBody>
          </p:sp>
          <p:sp>
            <p:nvSpPr>
              <p:cNvPr id="1757" name="Rectangle 97"/>
              <p:cNvSpPr txBox="1"/>
              <p:nvPr/>
            </p:nvSpPr>
            <p:spPr>
              <a:xfrm>
                <a:off x="885468" y="143913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28</a:t>
                </a:r>
              </a:p>
            </p:txBody>
          </p:sp>
          <p:sp>
            <p:nvSpPr>
              <p:cNvPr id="1758" name="Rectangle 98"/>
              <p:cNvSpPr txBox="1"/>
              <p:nvPr/>
            </p:nvSpPr>
            <p:spPr>
              <a:xfrm>
                <a:off x="1328203" y="143913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29</a:t>
                </a:r>
              </a:p>
            </p:txBody>
          </p:sp>
          <p:sp>
            <p:nvSpPr>
              <p:cNvPr id="1759" name="Rectangle 99"/>
              <p:cNvSpPr txBox="1"/>
              <p:nvPr/>
            </p:nvSpPr>
            <p:spPr>
              <a:xfrm>
                <a:off x="1770938" y="143913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30</a:t>
                </a:r>
              </a:p>
            </p:txBody>
          </p:sp>
          <p:sp>
            <p:nvSpPr>
              <p:cNvPr id="1760" name="Rectangle 100"/>
              <p:cNvSpPr txBox="1"/>
              <p:nvPr/>
            </p:nvSpPr>
            <p:spPr>
              <a:xfrm>
                <a:off x="2213673" y="143913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31</a:t>
                </a:r>
              </a:p>
            </p:txBody>
          </p:sp>
          <p:grpSp>
            <p:nvGrpSpPr>
              <p:cNvPr id="1763" name="Rectangle 101"/>
              <p:cNvGrpSpPr/>
              <p:nvPr/>
            </p:nvGrpSpPr>
            <p:grpSpPr>
              <a:xfrm>
                <a:off x="2656406" y="1306671"/>
                <a:ext cx="442737" cy="442737"/>
                <a:chOff x="0" y="0"/>
                <a:chExt cx="442735" cy="442735"/>
              </a:xfrm>
            </p:grpSpPr>
            <p:sp>
              <p:nvSpPr>
                <p:cNvPr id="1761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62" name="1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</a:t>
                  </a:r>
                </a:p>
              </p:txBody>
            </p:sp>
          </p:grpSp>
          <p:grpSp>
            <p:nvGrpSpPr>
              <p:cNvPr id="1766" name="Rectangle 102"/>
              <p:cNvGrpSpPr/>
              <p:nvPr/>
            </p:nvGrpSpPr>
            <p:grpSpPr>
              <a:xfrm>
                <a:off x="0" y="1749404"/>
                <a:ext cx="442737" cy="442737"/>
                <a:chOff x="0" y="0"/>
                <a:chExt cx="442735" cy="442735"/>
              </a:xfrm>
            </p:grpSpPr>
            <p:sp>
              <p:nvSpPr>
                <p:cNvPr id="1764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65" name="2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</a:t>
                  </a:r>
                </a:p>
              </p:txBody>
            </p:sp>
          </p:grpSp>
          <p:grpSp>
            <p:nvGrpSpPr>
              <p:cNvPr id="1769" name="Rectangle 103"/>
              <p:cNvGrpSpPr/>
              <p:nvPr/>
            </p:nvGrpSpPr>
            <p:grpSpPr>
              <a:xfrm>
                <a:off x="442735" y="1749404"/>
                <a:ext cx="442737" cy="442737"/>
                <a:chOff x="0" y="0"/>
                <a:chExt cx="442735" cy="442735"/>
              </a:xfrm>
            </p:grpSpPr>
            <p:sp>
              <p:nvSpPr>
                <p:cNvPr id="1767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68" name="3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3</a:t>
                  </a:r>
                </a:p>
              </p:txBody>
            </p:sp>
          </p:grpSp>
          <p:grpSp>
            <p:nvGrpSpPr>
              <p:cNvPr id="1772" name="Rectangle 104"/>
              <p:cNvGrpSpPr/>
              <p:nvPr/>
            </p:nvGrpSpPr>
            <p:grpSpPr>
              <a:xfrm>
                <a:off x="885468" y="1749404"/>
                <a:ext cx="442737" cy="442737"/>
                <a:chOff x="0" y="0"/>
                <a:chExt cx="442735" cy="442735"/>
              </a:xfrm>
            </p:grpSpPr>
            <p:sp>
              <p:nvSpPr>
                <p:cNvPr id="1770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71" name="4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4</a:t>
                  </a:r>
                </a:p>
              </p:txBody>
            </p:sp>
          </p:grpSp>
          <p:grpSp>
            <p:nvGrpSpPr>
              <p:cNvPr id="1775" name="Rectangle 105"/>
              <p:cNvGrpSpPr/>
              <p:nvPr/>
            </p:nvGrpSpPr>
            <p:grpSpPr>
              <a:xfrm>
                <a:off x="1328203" y="1749404"/>
                <a:ext cx="442737" cy="442737"/>
                <a:chOff x="0" y="0"/>
                <a:chExt cx="442735" cy="442735"/>
              </a:xfrm>
            </p:grpSpPr>
            <p:sp>
              <p:nvSpPr>
                <p:cNvPr id="1773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74" name="5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5</a:t>
                  </a:r>
                </a:p>
              </p:txBody>
            </p:sp>
          </p:grpSp>
          <p:grpSp>
            <p:nvGrpSpPr>
              <p:cNvPr id="1778" name="Rectangle 106"/>
              <p:cNvGrpSpPr/>
              <p:nvPr/>
            </p:nvGrpSpPr>
            <p:grpSpPr>
              <a:xfrm>
                <a:off x="1770938" y="1749404"/>
                <a:ext cx="442737" cy="442737"/>
                <a:chOff x="0" y="0"/>
                <a:chExt cx="442735" cy="442735"/>
              </a:xfrm>
            </p:grpSpPr>
            <p:sp>
              <p:nvSpPr>
                <p:cNvPr id="1776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77" name="6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6</a:t>
                  </a:r>
                </a:p>
              </p:txBody>
            </p:sp>
          </p:grpSp>
          <p:grpSp>
            <p:nvGrpSpPr>
              <p:cNvPr id="1781" name="Rectangle 107"/>
              <p:cNvGrpSpPr/>
              <p:nvPr/>
            </p:nvGrpSpPr>
            <p:grpSpPr>
              <a:xfrm>
                <a:off x="2213673" y="1749404"/>
                <a:ext cx="442737" cy="442737"/>
                <a:chOff x="0" y="0"/>
                <a:chExt cx="442735" cy="442735"/>
              </a:xfrm>
            </p:grpSpPr>
            <p:sp>
              <p:nvSpPr>
                <p:cNvPr id="1779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80" name="7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7</a:t>
                  </a:r>
                </a:p>
              </p:txBody>
            </p:sp>
          </p:grpSp>
          <p:grpSp>
            <p:nvGrpSpPr>
              <p:cNvPr id="1784" name="Rectangle 108"/>
              <p:cNvGrpSpPr/>
              <p:nvPr/>
            </p:nvGrpSpPr>
            <p:grpSpPr>
              <a:xfrm>
                <a:off x="2656406" y="1749404"/>
                <a:ext cx="442737" cy="442737"/>
                <a:chOff x="0" y="0"/>
                <a:chExt cx="442735" cy="442735"/>
              </a:xfrm>
            </p:grpSpPr>
            <p:sp>
              <p:nvSpPr>
                <p:cNvPr id="1782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83" name="8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8</a:t>
                  </a:r>
                </a:p>
              </p:txBody>
            </p:sp>
          </p:grpSp>
          <p:grpSp>
            <p:nvGrpSpPr>
              <p:cNvPr id="1787" name="Rectangle 109"/>
              <p:cNvGrpSpPr/>
              <p:nvPr/>
            </p:nvGrpSpPr>
            <p:grpSpPr>
              <a:xfrm>
                <a:off x="0" y="2192139"/>
                <a:ext cx="442737" cy="442737"/>
                <a:chOff x="0" y="0"/>
                <a:chExt cx="442735" cy="442735"/>
              </a:xfrm>
            </p:grpSpPr>
            <p:sp>
              <p:nvSpPr>
                <p:cNvPr id="178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86" name="9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9</a:t>
                  </a:r>
                </a:p>
              </p:txBody>
            </p:sp>
          </p:grpSp>
          <p:grpSp>
            <p:nvGrpSpPr>
              <p:cNvPr id="1790" name="Rectangle 110"/>
              <p:cNvGrpSpPr/>
              <p:nvPr/>
            </p:nvGrpSpPr>
            <p:grpSpPr>
              <a:xfrm>
                <a:off x="442735" y="2192139"/>
                <a:ext cx="442737" cy="442737"/>
                <a:chOff x="0" y="0"/>
                <a:chExt cx="442735" cy="442735"/>
              </a:xfrm>
            </p:grpSpPr>
            <p:sp>
              <p:nvSpPr>
                <p:cNvPr id="1788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89" name="10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10</a:t>
                  </a:r>
                </a:p>
              </p:txBody>
            </p:sp>
          </p:grpSp>
          <p:grpSp>
            <p:nvGrpSpPr>
              <p:cNvPr id="1793" name="Rectangle 112"/>
              <p:cNvGrpSpPr/>
              <p:nvPr/>
            </p:nvGrpSpPr>
            <p:grpSpPr>
              <a:xfrm>
                <a:off x="1328203" y="2192139"/>
                <a:ext cx="442737" cy="442737"/>
                <a:chOff x="0" y="0"/>
                <a:chExt cx="442735" cy="442735"/>
              </a:xfrm>
            </p:grpSpPr>
            <p:sp>
              <p:nvSpPr>
                <p:cNvPr id="1791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92" name="12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12</a:t>
                  </a:r>
                </a:p>
              </p:txBody>
            </p:sp>
          </p:grpSp>
          <p:grpSp>
            <p:nvGrpSpPr>
              <p:cNvPr id="1796" name="Rectangle 113"/>
              <p:cNvGrpSpPr/>
              <p:nvPr/>
            </p:nvGrpSpPr>
            <p:grpSpPr>
              <a:xfrm>
                <a:off x="1770938" y="2192139"/>
                <a:ext cx="442737" cy="442737"/>
                <a:chOff x="0" y="0"/>
                <a:chExt cx="442735" cy="442735"/>
              </a:xfrm>
            </p:grpSpPr>
            <p:sp>
              <p:nvSpPr>
                <p:cNvPr id="1794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95" name="13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13</a:t>
                  </a:r>
                </a:p>
              </p:txBody>
            </p:sp>
          </p:grpSp>
          <p:grpSp>
            <p:nvGrpSpPr>
              <p:cNvPr id="1799" name="Rectangle 114"/>
              <p:cNvGrpSpPr/>
              <p:nvPr/>
            </p:nvGrpSpPr>
            <p:grpSpPr>
              <a:xfrm>
                <a:off x="2213673" y="2192139"/>
                <a:ext cx="442737" cy="442737"/>
                <a:chOff x="0" y="0"/>
                <a:chExt cx="442735" cy="442735"/>
              </a:xfrm>
            </p:grpSpPr>
            <p:sp>
              <p:nvSpPr>
                <p:cNvPr id="1797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798" name="14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14</a:t>
                  </a:r>
                </a:p>
              </p:txBody>
            </p:sp>
          </p:grpSp>
          <p:grpSp>
            <p:nvGrpSpPr>
              <p:cNvPr id="1802" name="Rectangle 115"/>
              <p:cNvGrpSpPr/>
              <p:nvPr/>
            </p:nvGrpSpPr>
            <p:grpSpPr>
              <a:xfrm>
                <a:off x="2656406" y="2192139"/>
                <a:ext cx="442737" cy="442737"/>
                <a:chOff x="0" y="0"/>
                <a:chExt cx="442735" cy="442735"/>
              </a:xfrm>
            </p:grpSpPr>
            <p:sp>
              <p:nvSpPr>
                <p:cNvPr id="1800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01" name="15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15</a:t>
                  </a:r>
                </a:p>
              </p:txBody>
            </p:sp>
          </p:grpSp>
          <p:grpSp>
            <p:nvGrpSpPr>
              <p:cNvPr id="1805" name="Rectangle 116"/>
              <p:cNvGrpSpPr/>
              <p:nvPr/>
            </p:nvGrpSpPr>
            <p:grpSpPr>
              <a:xfrm>
                <a:off x="0" y="2634873"/>
                <a:ext cx="442737" cy="442737"/>
                <a:chOff x="0" y="0"/>
                <a:chExt cx="442735" cy="442735"/>
              </a:xfrm>
            </p:grpSpPr>
            <p:sp>
              <p:nvSpPr>
                <p:cNvPr id="1803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04" name="16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16</a:t>
                  </a:r>
                </a:p>
              </p:txBody>
            </p:sp>
          </p:grpSp>
          <p:grpSp>
            <p:nvGrpSpPr>
              <p:cNvPr id="1808" name="Rectangle 117"/>
              <p:cNvGrpSpPr/>
              <p:nvPr/>
            </p:nvGrpSpPr>
            <p:grpSpPr>
              <a:xfrm>
                <a:off x="442735" y="2634873"/>
                <a:ext cx="442737" cy="442737"/>
                <a:chOff x="0" y="0"/>
                <a:chExt cx="442735" cy="442735"/>
              </a:xfrm>
            </p:grpSpPr>
            <p:sp>
              <p:nvSpPr>
                <p:cNvPr id="1806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07" name="17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17</a:t>
                  </a:r>
                </a:p>
              </p:txBody>
            </p:sp>
          </p:grpSp>
          <p:grpSp>
            <p:nvGrpSpPr>
              <p:cNvPr id="1811" name="Rectangle 118"/>
              <p:cNvGrpSpPr/>
              <p:nvPr/>
            </p:nvGrpSpPr>
            <p:grpSpPr>
              <a:xfrm>
                <a:off x="885468" y="2634873"/>
                <a:ext cx="442737" cy="442737"/>
                <a:chOff x="0" y="0"/>
                <a:chExt cx="442735" cy="442735"/>
              </a:xfrm>
            </p:grpSpPr>
            <p:sp>
              <p:nvSpPr>
                <p:cNvPr id="1809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10" name="18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18</a:t>
                  </a:r>
                </a:p>
              </p:txBody>
            </p:sp>
          </p:grpSp>
          <p:grpSp>
            <p:nvGrpSpPr>
              <p:cNvPr id="1814" name="Rectangle 119"/>
              <p:cNvGrpSpPr/>
              <p:nvPr/>
            </p:nvGrpSpPr>
            <p:grpSpPr>
              <a:xfrm>
                <a:off x="1328203" y="2634873"/>
                <a:ext cx="442737" cy="442737"/>
                <a:chOff x="0" y="0"/>
                <a:chExt cx="442735" cy="442735"/>
              </a:xfrm>
            </p:grpSpPr>
            <p:sp>
              <p:nvSpPr>
                <p:cNvPr id="1812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13" name="19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19</a:t>
                  </a:r>
                </a:p>
              </p:txBody>
            </p:sp>
          </p:grpSp>
          <p:grpSp>
            <p:nvGrpSpPr>
              <p:cNvPr id="1817" name="Rectangle 120"/>
              <p:cNvGrpSpPr/>
              <p:nvPr/>
            </p:nvGrpSpPr>
            <p:grpSpPr>
              <a:xfrm>
                <a:off x="1770938" y="2634873"/>
                <a:ext cx="442737" cy="442737"/>
                <a:chOff x="0" y="0"/>
                <a:chExt cx="442735" cy="442735"/>
              </a:xfrm>
            </p:grpSpPr>
            <p:sp>
              <p:nvSpPr>
                <p:cNvPr id="181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16" name="20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20</a:t>
                  </a:r>
                </a:p>
              </p:txBody>
            </p:sp>
          </p:grpSp>
          <p:grpSp>
            <p:nvGrpSpPr>
              <p:cNvPr id="1820" name="Rectangle 121"/>
              <p:cNvGrpSpPr/>
              <p:nvPr/>
            </p:nvGrpSpPr>
            <p:grpSpPr>
              <a:xfrm>
                <a:off x="2213673" y="2634873"/>
                <a:ext cx="442737" cy="442737"/>
                <a:chOff x="0" y="0"/>
                <a:chExt cx="442735" cy="442735"/>
              </a:xfrm>
            </p:grpSpPr>
            <p:sp>
              <p:nvSpPr>
                <p:cNvPr id="1818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19" name="21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21</a:t>
                  </a:r>
                </a:p>
              </p:txBody>
            </p:sp>
          </p:grpSp>
          <p:grpSp>
            <p:nvGrpSpPr>
              <p:cNvPr id="1823" name="Rectangle 122"/>
              <p:cNvGrpSpPr/>
              <p:nvPr/>
            </p:nvGrpSpPr>
            <p:grpSpPr>
              <a:xfrm>
                <a:off x="2656406" y="2634873"/>
                <a:ext cx="442737" cy="442737"/>
                <a:chOff x="0" y="0"/>
                <a:chExt cx="442735" cy="442735"/>
              </a:xfrm>
            </p:grpSpPr>
            <p:sp>
              <p:nvSpPr>
                <p:cNvPr id="1821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22" name="22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22</a:t>
                  </a:r>
                </a:p>
              </p:txBody>
            </p:sp>
          </p:grpSp>
          <p:grpSp>
            <p:nvGrpSpPr>
              <p:cNvPr id="1826" name="Rectangle 123"/>
              <p:cNvGrpSpPr/>
              <p:nvPr/>
            </p:nvGrpSpPr>
            <p:grpSpPr>
              <a:xfrm>
                <a:off x="0" y="3077607"/>
                <a:ext cx="442737" cy="442737"/>
                <a:chOff x="0" y="0"/>
                <a:chExt cx="442735" cy="442735"/>
              </a:xfrm>
            </p:grpSpPr>
            <p:sp>
              <p:nvSpPr>
                <p:cNvPr id="1824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25" name="23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23</a:t>
                  </a:r>
                </a:p>
              </p:txBody>
            </p:sp>
          </p:grpSp>
          <p:grpSp>
            <p:nvGrpSpPr>
              <p:cNvPr id="1829" name="Rectangle 124"/>
              <p:cNvGrpSpPr/>
              <p:nvPr/>
            </p:nvGrpSpPr>
            <p:grpSpPr>
              <a:xfrm>
                <a:off x="442735" y="3077607"/>
                <a:ext cx="442737" cy="442737"/>
                <a:chOff x="0" y="0"/>
                <a:chExt cx="442735" cy="442735"/>
              </a:xfrm>
            </p:grpSpPr>
            <p:sp>
              <p:nvSpPr>
                <p:cNvPr id="1827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28" name="24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24</a:t>
                  </a:r>
                </a:p>
              </p:txBody>
            </p:sp>
          </p:grpSp>
          <p:grpSp>
            <p:nvGrpSpPr>
              <p:cNvPr id="1832" name="Rectangle 125"/>
              <p:cNvGrpSpPr/>
              <p:nvPr/>
            </p:nvGrpSpPr>
            <p:grpSpPr>
              <a:xfrm>
                <a:off x="885468" y="3077607"/>
                <a:ext cx="442737" cy="442737"/>
                <a:chOff x="0" y="0"/>
                <a:chExt cx="442735" cy="442735"/>
              </a:xfrm>
            </p:grpSpPr>
            <p:sp>
              <p:nvSpPr>
                <p:cNvPr id="1830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31" name="25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25</a:t>
                  </a:r>
                </a:p>
              </p:txBody>
            </p:sp>
          </p:grpSp>
          <p:grpSp>
            <p:nvGrpSpPr>
              <p:cNvPr id="1835" name="Rectangle 126"/>
              <p:cNvGrpSpPr/>
              <p:nvPr/>
            </p:nvGrpSpPr>
            <p:grpSpPr>
              <a:xfrm>
                <a:off x="1328203" y="3077607"/>
                <a:ext cx="442737" cy="442737"/>
                <a:chOff x="0" y="0"/>
                <a:chExt cx="442735" cy="442735"/>
              </a:xfrm>
            </p:grpSpPr>
            <p:sp>
              <p:nvSpPr>
                <p:cNvPr id="1833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34" name="26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26</a:t>
                  </a:r>
                </a:p>
              </p:txBody>
            </p:sp>
          </p:grpSp>
          <p:grpSp>
            <p:nvGrpSpPr>
              <p:cNvPr id="1838" name="Rectangle 127"/>
              <p:cNvGrpSpPr/>
              <p:nvPr/>
            </p:nvGrpSpPr>
            <p:grpSpPr>
              <a:xfrm>
                <a:off x="1770938" y="3077607"/>
                <a:ext cx="442737" cy="442737"/>
                <a:chOff x="0" y="0"/>
                <a:chExt cx="442735" cy="442735"/>
              </a:xfrm>
            </p:grpSpPr>
            <p:sp>
              <p:nvSpPr>
                <p:cNvPr id="1836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37" name="27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27</a:t>
                  </a:r>
                </a:p>
              </p:txBody>
            </p:sp>
          </p:grpSp>
          <p:grpSp>
            <p:nvGrpSpPr>
              <p:cNvPr id="1841" name="Rectangle 128"/>
              <p:cNvGrpSpPr/>
              <p:nvPr/>
            </p:nvGrpSpPr>
            <p:grpSpPr>
              <a:xfrm>
                <a:off x="2213673" y="3077607"/>
                <a:ext cx="442737" cy="442737"/>
                <a:chOff x="0" y="0"/>
                <a:chExt cx="442735" cy="442735"/>
              </a:xfrm>
            </p:grpSpPr>
            <p:sp>
              <p:nvSpPr>
                <p:cNvPr id="1839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40" name="28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28</a:t>
                  </a:r>
                </a:p>
              </p:txBody>
            </p:sp>
          </p:grpSp>
          <p:sp>
            <p:nvSpPr>
              <p:cNvPr id="1842" name="Rectangle 129"/>
              <p:cNvSpPr txBox="1"/>
              <p:nvPr/>
            </p:nvSpPr>
            <p:spPr>
              <a:xfrm>
                <a:off x="2656406" y="3210074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1</a:t>
                </a:r>
              </a:p>
            </p:txBody>
          </p:sp>
          <p:sp>
            <p:nvSpPr>
              <p:cNvPr id="1843" name="Rectangle 130"/>
              <p:cNvSpPr txBox="1"/>
              <p:nvPr/>
            </p:nvSpPr>
            <p:spPr>
              <a:xfrm>
                <a:off x="0" y="996403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M</a:t>
                </a:r>
              </a:p>
            </p:txBody>
          </p:sp>
          <p:sp>
            <p:nvSpPr>
              <p:cNvPr id="1844" name="Rectangle 131"/>
              <p:cNvSpPr txBox="1"/>
              <p:nvPr/>
            </p:nvSpPr>
            <p:spPr>
              <a:xfrm>
                <a:off x="442735" y="996403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T</a:t>
                </a:r>
              </a:p>
            </p:txBody>
          </p:sp>
          <p:sp>
            <p:nvSpPr>
              <p:cNvPr id="1845" name="Rectangle 132"/>
              <p:cNvSpPr txBox="1"/>
              <p:nvPr/>
            </p:nvSpPr>
            <p:spPr>
              <a:xfrm>
                <a:off x="885468" y="996403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W</a:t>
                </a:r>
              </a:p>
            </p:txBody>
          </p:sp>
          <p:sp>
            <p:nvSpPr>
              <p:cNvPr id="1846" name="Rectangle 133"/>
              <p:cNvSpPr txBox="1"/>
              <p:nvPr/>
            </p:nvSpPr>
            <p:spPr>
              <a:xfrm>
                <a:off x="1328203" y="996403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T</a:t>
                </a:r>
              </a:p>
            </p:txBody>
          </p:sp>
          <p:sp>
            <p:nvSpPr>
              <p:cNvPr id="1847" name="Rectangle 134"/>
              <p:cNvSpPr txBox="1"/>
              <p:nvPr/>
            </p:nvSpPr>
            <p:spPr>
              <a:xfrm>
                <a:off x="1770938" y="996403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F</a:t>
                </a:r>
              </a:p>
            </p:txBody>
          </p:sp>
          <p:sp>
            <p:nvSpPr>
              <p:cNvPr id="1848" name="Rectangle 135"/>
              <p:cNvSpPr txBox="1"/>
              <p:nvPr/>
            </p:nvSpPr>
            <p:spPr>
              <a:xfrm>
                <a:off x="2213673" y="996403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S</a:t>
                </a:r>
              </a:p>
            </p:txBody>
          </p:sp>
          <p:sp>
            <p:nvSpPr>
              <p:cNvPr id="1849" name="Rectangle 136"/>
              <p:cNvSpPr txBox="1"/>
              <p:nvPr/>
            </p:nvSpPr>
            <p:spPr>
              <a:xfrm>
                <a:off x="2656406" y="996403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S</a:t>
                </a:r>
              </a:p>
            </p:txBody>
          </p:sp>
          <p:sp>
            <p:nvSpPr>
              <p:cNvPr id="1850" name="Rectangle 137"/>
              <p:cNvSpPr txBox="1"/>
              <p:nvPr/>
            </p:nvSpPr>
            <p:spPr>
              <a:xfrm>
                <a:off x="0" y="365280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</a:t>
                </a:r>
              </a:p>
            </p:txBody>
          </p:sp>
          <p:sp>
            <p:nvSpPr>
              <p:cNvPr id="1851" name="Rectangle 138"/>
              <p:cNvSpPr txBox="1"/>
              <p:nvPr/>
            </p:nvSpPr>
            <p:spPr>
              <a:xfrm>
                <a:off x="442735" y="365280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3</a:t>
                </a:r>
              </a:p>
            </p:txBody>
          </p:sp>
          <p:sp>
            <p:nvSpPr>
              <p:cNvPr id="1852" name="Rectangle 139"/>
              <p:cNvSpPr txBox="1"/>
              <p:nvPr/>
            </p:nvSpPr>
            <p:spPr>
              <a:xfrm>
                <a:off x="885468" y="365280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4</a:t>
                </a:r>
              </a:p>
            </p:txBody>
          </p:sp>
          <p:sp>
            <p:nvSpPr>
              <p:cNvPr id="1853" name="Rectangle 140"/>
              <p:cNvSpPr txBox="1"/>
              <p:nvPr/>
            </p:nvSpPr>
            <p:spPr>
              <a:xfrm>
                <a:off x="1328203" y="365280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5</a:t>
                </a:r>
              </a:p>
            </p:txBody>
          </p:sp>
          <p:sp>
            <p:nvSpPr>
              <p:cNvPr id="1854" name="Rectangle 141"/>
              <p:cNvSpPr txBox="1"/>
              <p:nvPr/>
            </p:nvSpPr>
            <p:spPr>
              <a:xfrm>
                <a:off x="1770938" y="365280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6</a:t>
                </a:r>
              </a:p>
            </p:txBody>
          </p:sp>
          <p:sp>
            <p:nvSpPr>
              <p:cNvPr id="1855" name="Rectangle 142"/>
              <p:cNvSpPr txBox="1"/>
              <p:nvPr/>
            </p:nvSpPr>
            <p:spPr>
              <a:xfrm>
                <a:off x="2213673" y="365280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7</a:t>
                </a:r>
              </a:p>
            </p:txBody>
          </p:sp>
          <p:sp>
            <p:nvSpPr>
              <p:cNvPr id="1856" name="Rectangle 143"/>
              <p:cNvSpPr txBox="1"/>
              <p:nvPr/>
            </p:nvSpPr>
            <p:spPr>
              <a:xfrm>
                <a:off x="2656406" y="3652808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8</a:t>
                </a:r>
              </a:p>
            </p:txBody>
          </p:sp>
          <p:grpSp>
            <p:nvGrpSpPr>
              <p:cNvPr id="1859" name="Shape 1021"/>
              <p:cNvGrpSpPr/>
              <p:nvPr/>
            </p:nvGrpSpPr>
            <p:grpSpPr>
              <a:xfrm>
                <a:off x="-1" y="-1"/>
                <a:ext cx="3099144" cy="796658"/>
                <a:chOff x="-1" y="-1"/>
                <a:chExt cx="3099143" cy="796657"/>
              </a:xfrm>
            </p:grpSpPr>
            <p:sp>
              <p:nvSpPr>
                <p:cNvPr id="1857" name="Rectangle"/>
                <p:cNvSpPr/>
                <p:nvPr/>
              </p:nvSpPr>
              <p:spPr>
                <a:xfrm>
                  <a:off x="-1" y="-1"/>
                  <a:ext cx="3099143" cy="796657"/>
                </a:xfrm>
                <a:prstGeom prst="rect">
                  <a:avLst/>
                </a:pr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>
                  <a:outerShdw blurRad="38100" dist="12700" dir="5400000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defRPr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58" name="February"/>
                <p:cNvSpPr txBox="1"/>
                <p:nvPr/>
              </p:nvSpPr>
              <p:spPr>
                <a:xfrm>
                  <a:off x="-1" y="233227"/>
                  <a:ext cx="3099143" cy="3302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lnSpc>
                      <a:spcPct val="90000"/>
                    </a:lnSpc>
                    <a:defRPr b="1" cap="all" spc="-55">
                      <a:solidFill>
                        <a:srgbClr val="FFFFFF"/>
                      </a:solidFill>
                      <a:latin typeface="Neue Plak Extended Black"/>
                      <a:ea typeface="Neue Plak Extended Black"/>
                      <a:cs typeface="Neue Plak Extended Black"/>
                      <a:sym typeface="Neue Plak Extended Black"/>
                    </a:defRPr>
                  </a:lvl1pPr>
                </a:lstStyle>
                <a:p>
                  <a:r>
                    <a:t>February</a:t>
                  </a:r>
                </a:p>
              </p:txBody>
            </p:sp>
          </p:grpSp>
          <p:grpSp>
            <p:nvGrpSpPr>
              <p:cNvPr id="1862" name="Rectangle 111"/>
              <p:cNvGrpSpPr/>
              <p:nvPr/>
            </p:nvGrpSpPr>
            <p:grpSpPr>
              <a:xfrm>
                <a:off x="885468" y="2192139"/>
                <a:ext cx="442737" cy="442737"/>
                <a:chOff x="0" y="0"/>
                <a:chExt cx="442735" cy="442735"/>
              </a:xfrm>
            </p:grpSpPr>
            <p:sp>
              <p:nvSpPr>
                <p:cNvPr id="1860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61" name="11"/>
                <p:cNvSpPr txBox="1"/>
                <p:nvPr/>
              </p:nvSpPr>
              <p:spPr>
                <a:xfrm>
                  <a:off x="0" y="132467"/>
                  <a:ext cx="44273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rgbClr val="F0F0FA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11</a:t>
                  </a:r>
                </a:p>
              </p:txBody>
            </p:sp>
          </p:grpSp>
        </p:grpSp>
        <p:grpSp>
          <p:nvGrpSpPr>
            <p:cNvPr id="1978" name="Group 4"/>
            <p:cNvGrpSpPr/>
            <p:nvPr/>
          </p:nvGrpSpPr>
          <p:grpSpPr>
            <a:xfrm>
              <a:off x="7414781" y="1"/>
              <a:ext cx="3099145" cy="3963077"/>
              <a:chOff x="-2" y="-2"/>
              <a:chExt cx="3099145" cy="3963077"/>
            </a:xfrm>
          </p:grpSpPr>
          <p:sp>
            <p:nvSpPr>
              <p:cNvPr id="1864" name="Rectangle 144"/>
              <p:cNvSpPr txBox="1"/>
              <p:nvPr/>
            </p:nvSpPr>
            <p:spPr>
              <a:xfrm>
                <a:off x="0" y="143913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23</a:t>
                </a:r>
              </a:p>
            </p:txBody>
          </p:sp>
          <p:sp>
            <p:nvSpPr>
              <p:cNvPr id="1865" name="Rectangle 145"/>
              <p:cNvSpPr txBox="1"/>
              <p:nvPr/>
            </p:nvSpPr>
            <p:spPr>
              <a:xfrm>
                <a:off x="442735" y="143913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24</a:t>
                </a:r>
              </a:p>
            </p:txBody>
          </p:sp>
          <p:sp>
            <p:nvSpPr>
              <p:cNvPr id="1866" name="Rectangle 146"/>
              <p:cNvSpPr txBox="1"/>
              <p:nvPr/>
            </p:nvSpPr>
            <p:spPr>
              <a:xfrm>
                <a:off x="885468" y="143913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25</a:t>
                </a:r>
              </a:p>
            </p:txBody>
          </p:sp>
          <p:sp>
            <p:nvSpPr>
              <p:cNvPr id="1867" name="Rectangle 147"/>
              <p:cNvSpPr txBox="1"/>
              <p:nvPr/>
            </p:nvSpPr>
            <p:spPr>
              <a:xfrm>
                <a:off x="1328203" y="143913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26</a:t>
                </a:r>
              </a:p>
            </p:txBody>
          </p:sp>
          <p:sp>
            <p:nvSpPr>
              <p:cNvPr id="1868" name="Rectangle 148"/>
              <p:cNvSpPr txBox="1"/>
              <p:nvPr/>
            </p:nvSpPr>
            <p:spPr>
              <a:xfrm>
                <a:off x="1770938" y="143913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27</a:t>
                </a:r>
              </a:p>
            </p:txBody>
          </p:sp>
          <p:sp>
            <p:nvSpPr>
              <p:cNvPr id="1869" name="Rectangle 149"/>
              <p:cNvSpPr txBox="1"/>
              <p:nvPr/>
            </p:nvSpPr>
            <p:spPr>
              <a:xfrm>
                <a:off x="2213673" y="143913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28</a:t>
                </a:r>
              </a:p>
            </p:txBody>
          </p:sp>
          <p:grpSp>
            <p:nvGrpSpPr>
              <p:cNvPr id="1872" name="Rectangle 150"/>
              <p:cNvGrpSpPr/>
              <p:nvPr/>
            </p:nvGrpSpPr>
            <p:grpSpPr>
              <a:xfrm>
                <a:off x="2656406" y="1306668"/>
                <a:ext cx="442737" cy="442737"/>
                <a:chOff x="0" y="0"/>
                <a:chExt cx="442735" cy="442735"/>
              </a:xfrm>
            </p:grpSpPr>
            <p:sp>
              <p:nvSpPr>
                <p:cNvPr id="1870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71" name="1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</a:t>
                  </a:r>
                </a:p>
              </p:txBody>
            </p:sp>
          </p:grpSp>
          <p:grpSp>
            <p:nvGrpSpPr>
              <p:cNvPr id="1875" name="Rectangle 152"/>
              <p:cNvGrpSpPr/>
              <p:nvPr/>
            </p:nvGrpSpPr>
            <p:grpSpPr>
              <a:xfrm>
                <a:off x="442735" y="1749401"/>
                <a:ext cx="442737" cy="442737"/>
                <a:chOff x="0" y="0"/>
                <a:chExt cx="442735" cy="442735"/>
              </a:xfrm>
            </p:grpSpPr>
            <p:sp>
              <p:nvSpPr>
                <p:cNvPr id="1873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74" name="3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3</a:t>
                  </a:r>
                </a:p>
              </p:txBody>
            </p:sp>
          </p:grpSp>
          <p:grpSp>
            <p:nvGrpSpPr>
              <p:cNvPr id="1878" name="Rectangle 153"/>
              <p:cNvGrpSpPr/>
              <p:nvPr/>
            </p:nvGrpSpPr>
            <p:grpSpPr>
              <a:xfrm>
                <a:off x="885468" y="1749401"/>
                <a:ext cx="442737" cy="442737"/>
                <a:chOff x="0" y="0"/>
                <a:chExt cx="442735" cy="442735"/>
              </a:xfrm>
            </p:grpSpPr>
            <p:sp>
              <p:nvSpPr>
                <p:cNvPr id="1876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77" name="4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4</a:t>
                  </a:r>
                </a:p>
              </p:txBody>
            </p:sp>
          </p:grpSp>
          <p:grpSp>
            <p:nvGrpSpPr>
              <p:cNvPr id="1881" name="Rectangle 154"/>
              <p:cNvGrpSpPr/>
              <p:nvPr/>
            </p:nvGrpSpPr>
            <p:grpSpPr>
              <a:xfrm>
                <a:off x="1328203" y="1749401"/>
                <a:ext cx="442737" cy="442737"/>
                <a:chOff x="0" y="0"/>
                <a:chExt cx="442735" cy="442735"/>
              </a:xfrm>
            </p:grpSpPr>
            <p:sp>
              <p:nvSpPr>
                <p:cNvPr id="1879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80" name="5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5</a:t>
                  </a:r>
                </a:p>
              </p:txBody>
            </p:sp>
          </p:grpSp>
          <p:grpSp>
            <p:nvGrpSpPr>
              <p:cNvPr id="1884" name="Rectangle 155"/>
              <p:cNvGrpSpPr/>
              <p:nvPr/>
            </p:nvGrpSpPr>
            <p:grpSpPr>
              <a:xfrm>
                <a:off x="1770938" y="1749401"/>
                <a:ext cx="442737" cy="442737"/>
                <a:chOff x="0" y="0"/>
                <a:chExt cx="442735" cy="442735"/>
              </a:xfrm>
            </p:grpSpPr>
            <p:sp>
              <p:nvSpPr>
                <p:cNvPr id="1882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83" name="6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6</a:t>
                  </a:r>
                </a:p>
              </p:txBody>
            </p:sp>
          </p:grpSp>
          <p:grpSp>
            <p:nvGrpSpPr>
              <p:cNvPr id="1887" name="Rectangle 156"/>
              <p:cNvGrpSpPr/>
              <p:nvPr/>
            </p:nvGrpSpPr>
            <p:grpSpPr>
              <a:xfrm>
                <a:off x="2213673" y="1749401"/>
                <a:ext cx="442737" cy="442737"/>
                <a:chOff x="0" y="0"/>
                <a:chExt cx="442735" cy="442735"/>
              </a:xfrm>
            </p:grpSpPr>
            <p:sp>
              <p:nvSpPr>
                <p:cNvPr id="188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86" name="7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7</a:t>
                  </a:r>
                </a:p>
              </p:txBody>
            </p:sp>
          </p:grpSp>
          <p:grpSp>
            <p:nvGrpSpPr>
              <p:cNvPr id="1890" name="Rectangle 157"/>
              <p:cNvGrpSpPr/>
              <p:nvPr/>
            </p:nvGrpSpPr>
            <p:grpSpPr>
              <a:xfrm>
                <a:off x="2656406" y="1749401"/>
                <a:ext cx="442737" cy="442737"/>
                <a:chOff x="0" y="0"/>
                <a:chExt cx="442735" cy="442735"/>
              </a:xfrm>
            </p:grpSpPr>
            <p:sp>
              <p:nvSpPr>
                <p:cNvPr id="1888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89" name="8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8</a:t>
                  </a:r>
                </a:p>
              </p:txBody>
            </p:sp>
          </p:grpSp>
          <p:grpSp>
            <p:nvGrpSpPr>
              <p:cNvPr id="1893" name="Rectangle 158"/>
              <p:cNvGrpSpPr/>
              <p:nvPr/>
            </p:nvGrpSpPr>
            <p:grpSpPr>
              <a:xfrm>
                <a:off x="0" y="2192136"/>
                <a:ext cx="442737" cy="442737"/>
                <a:chOff x="0" y="0"/>
                <a:chExt cx="442735" cy="442735"/>
              </a:xfrm>
            </p:grpSpPr>
            <p:sp>
              <p:nvSpPr>
                <p:cNvPr id="1891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92" name="9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9</a:t>
                  </a:r>
                </a:p>
              </p:txBody>
            </p:sp>
          </p:grpSp>
          <p:grpSp>
            <p:nvGrpSpPr>
              <p:cNvPr id="1896" name="Rectangle 159"/>
              <p:cNvGrpSpPr/>
              <p:nvPr/>
            </p:nvGrpSpPr>
            <p:grpSpPr>
              <a:xfrm>
                <a:off x="442735" y="2192136"/>
                <a:ext cx="442737" cy="442737"/>
                <a:chOff x="0" y="0"/>
                <a:chExt cx="442735" cy="442735"/>
              </a:xfrm>
            </p:grpSpPr>
            <p:sp>
              <p:nvSpPr>
                <p:cNvPr id="1894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95" name="10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10</a:t>
                  </a:r>
                </a:p>
              </p:txBody>
            </p:sp>
          </p:grpSp>
          <p:grpSp>
            <p:nvGrpSpPr>
              <p:cNvPr id="1899" name="Rectangle 160"/>
              <p:cNvGrpSpPr/>
              <p:nvPr/>
            </p:nvGrpSpPr>
            <p:grpSpPr>
              <a:xfrm>
                <a:off x="885468" y="2192136"/>
                <a:ext cx="442737" cy="442737"/>
                <a:chOff x="0" y="0"/>
                <a:chExt cx="442735" cy="442735"/>
              </a:xfrm>
            </p:grpSpPr>
            <p:sp>
              <p:nvSpPr>
                <p:cNvPr id="1897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898" name="11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11</a:t>
                  </a:r>
                </a:p>
              </p:txBody>
            </p:sp>
          </p:grpSp>
          <p:grpSp>
            <p:nvGrpSpPr>
              <p:cNvPr id="1902" name="Rectangle 161"/>
              <p:cNvGrpSpPr/>
              <p:nvPr/>
            </p:nvGrpSpPr>
            <p:grpSpPr>
              <a:xfrm>
                <a:off x="1328203" y="2192136"/>
                <a:ext cx="442737" cy="442737"/>
                <a:chOff x="0" y="0"/>
                <a:chExt cx="442735" cy="442735"/>
              </a:xfrm>
            </p:grpSpPr>
            <p:sp>
              <p:nvSpPr>
                <p:cNvPr id="1900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01" name="12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12</a:t>
                  </a:r>
                </a:p>
              </p:txBody>
            </p:sp>
          </p:grpSp>
          <p:grpSp>
            <p:nvGrpSpPr>
              <p:cNvPr id="1905" name="Rectangle 162"/>
              <p:cNvGrpSpPr/>
              <p:nvPr/>
            </p:nvGrpSpPr>
            <p:grpSpPr>
              <a:xfrm>
                <a:off x="1770938" y="2192136"/>
                <a:ext cx="442737" cy="442737"/>
                <a:chOff x="0" y="0"/>
                <a:chExt cx="442735" cy="442735"/>
              </a:xfrm>
            </p:grpSpPr>
            <p:sp>
              <p:nvSpPr>
                <p:cNvPr id="1903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04" name="13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13</a:t>
                  </a:r>
                </a:p>
              </p:txBody>
            </p:sp>
          </p:grpSp>
          <p:grpSp>
            <p:nvGrpSpPr>
              <p:cNvPr id="1908" name="Rectangle 163"/>
              <p:cNvGrpSpPr/>
              <p:nvPr/>
            </p:nvGrpSpPr>
            <p:grpSpPr>
              <a:xfrm>
                <a:off x="2213673" y="2192136"/>
                <a:ext cx="442737" cy="442737"/>
                <a:chOff x="0" y="0"/>
                <a:chExt cx="442735" cy="442735"/>
              </a:xfrm>
            </p:grpSpPr>
            <p:sp>
              <p:nvSpPr>
                <p:cNvPr id="1906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07" name="14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14</a:t>
                  </a:r>
                </a:p>
              </p:txBody>
            </p:sp>
          </p:grpSp>
          <p:grpSp>
            <p:nvGrpSpPr>
              <p:cNvPr id="1911" name="Rectangle 164"/>
              <p:cNvGrpSpPr/>
              <p:nvPr/>
            </p:nvGrpSpPr>
            <p:grpSpPr>
              <a:xfrm>
                <a:off x="2656406" y="2192136"/>
                <a:ext cx="442737" cy="442737"/>
                <a:chOff x="0" y="0"/>
                <a:chExt cx="442735" cy="442735"/>
              </a:xfrm>
            </p:grpSpPr>
            <p:sp>
              <p:nvSpPr>
                <p:cNvPr id="1909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10" name="15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15</a:t>
                  </a:r>
                </a:p>
              </p:txBody>
            </p:sp>
          </p:grpSp>
          <p:grpSp>
            <p:nvGrpSpPr>
              <p:cNvPr id="1914" name="Rectangle 165"/>
              <p:cNvGrpSpPr/>
              <p:nvPr/>
            </p:nvGrpSpPr>
            <p:grpSpPr>
              <a:xfrm>
                <a:off x="0" y="2634871"/>
                <a:ext cx="442737" cy="442737"/>
                <a:chOff x="0" y="0"/>
                <a:chExt cx="442735" cy="442735"/>
              </a:xfrm>
            </p:grpSpPr>
            <p:sp>
              <p:nvSpPr>
                <p:cNvPr id="1912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13" name="16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16</a:t>
                  </a:r>
                </a:p>
              </p:txBody>
            </p:sp>
          </p:grpSp>
          <p:grpSp>
            <p:nvGrpSpPr>
              <p:cNvPr id="1917" name="Rectangle 166"/>
              <p:cNvGrpSpPr/>
              <p:nvPr/>
            </p:nvGrpSpPr>
            <p:grpSpPr>
              <a:xfrm>
                <a:off x="442735" y="2634871"/>
                <a:ext cx="442737" cy="442737"/>
                <a:chOff x="0" y="0"/>
                <a:chExt cx="442735" cy="442735"/>
              </a:xfrm>
            </p:grpSpPr>
            <p:sp>
              <p:nvSpPr>
                <p:cNvPr id="191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16" name="17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17</a:t>
                  </a:r>
                </a:p>
              </p:txBody>
            </p:sp>
          </p:grpSp>
          <p:grpSp>
            <p:nvGrpSpPr>
              <p:cNvPr id="1920" name="Rectangle 167"/>
              <p:cNvGrpSpPr/>
              <p:nvPr/>
            </p:nvGrpSpPr>
            <p:grpSpPr>
              <a:xfrm>
                <a:off x="885468" y="2634871"/>
                <a:ext cx="442737" cy="442737"/>
                <a:chOff x="0" y="0"/>
                <a:chExt cx="442735" cy="442735"/>
              </a:xfrm>
            </p:grpSpPr>
            <p:sp>
              <p:nvSpPr>
                <p:cNvPr id="1918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19" name="18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18</a:t>
                  </a:r>
                </a:p>
              </p:txBody>
            </p:sp>
          </p:grpSp>
          <p:grpSp>
            <p:nvGrpSpPr>
              <p:cNvPr id="1923" name="Rectangle 169"/>
              <p:cNvGrpSpPr/>
              <p:nvPr/>
            </p:nvGrpSpPr>
            <p:grpSpPr>
              <a:xfrm>
                <a:off x="1770938" y="2634871"/>
                <a:ext cx="442737" cy="442737"/>
                <a:chOff x="0" y="0"/>
                <a:chExt cx="442735" cy="442735"/>
              </a:xfrm>
            </p:grpSpPr>
            <p:sp>
              <p:nvSpPr>
                <p:cNvPr id="1921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22" name="20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20</a:t>
                  </a:r>
                </a:p>
              </p:txBody>
            </p:sp>
          </p:grpSp>
          <p:grpSp>
            <p:nvGrpSpPr>
              <p:cNvPr id="1926" name="Rectangle 170"/>
              <p:cNvGrpSpPr/>
              <p:nvPr/>
            </p:nvGrpSpPr>
            <p:grpSpPr>
              <a:xfrm>
                <a:off x="2213673" y="2634871"/>
                <a:ext cx="442737" cy="442737"/>
                <a:chOff x="0" y="0"/>
                <a:chExt cx="442735" cy="442735"/>
              </a:xfrm>
            </p:grpSpPr>
            <p:sp>
              <p:nvSpPr>
                <p:cNvPr id="1924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25" name="21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21</a:t>
                  </a:r>
                </a:p>
              </p:txBody>
            </p:sp>
          </p:grpSp>
          <p:grpSp>
            <p:nvGrpSpPr>
              <p:cNvPr id="1929" name="Rectangle 171"/>
              <p:cNvGrpSpPr/>
              <p:nvPr/>
            </p:nvGrpSpPr>
            <p:grpSpPr>
              <a:xfrm>
                <a:off x="2656406" y="2634871"/>
                <a:ext cx="442737" cy="442737"/>
                <a:chOff x="0" y="0"/>
                <a:chExt cx="442735" cy="442735"/>
              </a:xfrm>
            </p:grpSpPr>
            <p:sp>
              <p:nvSpPr>
                <p:cNvPr id="1927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28" name="22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22</a:t>
                  </a:r>
                </a:p>
              </p:txBody>
            </p:sp>
          </p:grpSp>
          <p:grpSp>
            <p:nvGrpSpPr>
              <p:cNvPr id="1932" name="Rectangle 172"/>
              <p:cNvGrpSpPr/>
              <p:nvPr/>
            </p:nvGrpSpPr>
            <p:grpSpPr>
              <a:xfrm>
                <a:off x="0" y="3077604"/>
                <a:ext cx="442737" cy="442737"/>
                <a:chOff x="0" y="0"/>
                <a:chExt cx="442735" cy="442735"/>
              </a:xfrm>
            </p:grpSpPr>
            <p:sp>
              <p:nvSpPr>
                <p:cNvPr id="1930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31" name="23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23</a:t>
                  </a:r>
                </a:p>
              </p:txBody>
            </p:sp>
          </p:grpSp>
          <p:grpSp>
            <p:nvGrpSpPr>
              <p:cNvPr id="1935" name="Rectangle 173"/>
              <p:cNvGrpSpPr/>
              <p:nvPr/>
            </p:nvGrpSpPr>
            <p:grpSpPr>
              <a:xfrm>
                <a:off x="442735" y="3077604"/>
                <a:ext cx="442737" cy="442737"/>
                <a:chOff x="0" y="0"/>
                <a:chExt cx="442735" cy="442735"/>
              </a:xfrm>
            </p:grpSpPr>
            <p:sp>
              <p:nvSpPr>
                <p:cNvPr id="1933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34" name="24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24</a:t>
                  </a:r>
                </a:p>
              </p:txBody>
            </p:sp>
          </p:grpSp>
          <p:grpSp>
            <p:nvGrpSpPr>
              <p:cNvPr id="1938" name="Rectangle 174"/>
              <p:cNvGrpSpPr/>
              <p:nvPr/>
            </p:nvGrpSpPr>
            <p:grpSpPr>
              <a:xfrm>
                <a:off x="885468" y="3077604"/>
                <a:ext cx="442737" cy="442737"/>
                <a:chOff x="0" y="0"/>
                <a:chExt cx="442735" cy="442735"/>
              </a:xfrm>
            </p:grpSpPr>
            <p:sp>
              <p:nvSpPr>
                <p:cNvPr id="1936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37" name="25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25</a:t>
                  </a:r>
                </a:p>
              </p:txBody>
            </p:sp>
          </p:grpSp>
          <p:grpSp>
            <p:nvGrpSpPr>
              <p:cNvPr id="1941" name="Rectangle 175"/>
              <p:cNvGrpSpPr/>
              <p:nvPr/>
            </p:nvGrpSpPr>
            <p:grpSpPr>
              <a:xfrm>
                <a:off x="1328203" y="3077604"/>
                <a:ext cx="442737" cy="442737"/>
                <a:chOff x="0" y="0"/>
                <a:chExt cx="442735" cy="442735"/>
              </a:xfrm>
            </p:grpSpPr>
            <p:sp>
              <p:nvSpPr>
                <p:cNvPr id="1939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40" name="26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26</a:t>
                  </a:r>
                </a:p>
              </p:txBody>
            </p:sp>
          </p:grpSp>
          <p:grpSp>
            <p:nvGrpSpPr>
              <p:cNvPr id="1944" name="Rectangle 177"/>
              <p:cNvGrpSpPr/>
              <p:nvPr/>
            </p:nvGrpSpPr>
            <p:grpSpPr>
              <a:xfrm>
                <a:off x="2213673" y="3077604"/>
                <a:ext cx="442737" cy="442737"/>
                <a:chOff x="0" y="0"/>
                <a:chExt cx="442735" cy="442735"/>
              </a:xfrm>
            </p:grpSpPr>
            <p:sp>
              <p:nvSpPr>
                <p:cNvPr id="1942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43" name="28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28</a:t>
                  </a:r>
                </a:p>
              </p:txBody>
            </p:sp>
          </p:grpSp>
          <p:grpSp>
            <p:nvGrpSpPr>
              <p:cNvPr id="1947" name="Rectangle 178"/>
              <p:cNvGrpSpPr/>
              <p:nvPr/>
            </p:nvGrpSpPr>
            <p:grpSpPr>
              <a:xfrm>
                <a:off x="2656406" y="3077604"/>
                <a:ext cx="442737" cy="442737"/>
                <a:chOff x="0" y="0"/>
                <a:chExt cx="442735" cy="442735"/>
              </a:xfrm>
            </p:grpSpPr>
            <p:sp>
              <p:nvSpPr>
                <p:cNvPr id="194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46" name="29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29</a:t>
                  </a:r>
                </a:p>
              </p:txBody>
            </p:sp>
          </p:grpSp>
          <p:sp>
            <p:nvSpPr>
              <p:cNvPr id="1948" name="Rectangle 179"/>
              <p:cNvSpPr txBox="1"/>
              <p:nvPr/>
            </p:nvSpPr>
            <p:spPr>
              <a:xfrm>
                <a:off x="0" y="996402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M</a:t>
                </a:r>
              </a:p>
            </p:txBody>
          </p:sp>
          <p:sp>
            <p:nvSpPr>
              <p:cNvPr id="1949" name="Rectangle 180"/>
              <p:cNvSpPr txBox="1"/>
              <p:nvPr/>
            </p:nvSpPr>
            <p:spPr>
              <a:xfrm>
                <a:off x="442735" y="996402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T</a:t>
                </a:r>
              </a:p>
            </p:txBody>
          </p:sp>
          <p:sp>
            <p:nvSpPr>
              <p:cNvPr id="1950" name="Rectangle 181"/>
              <p:cNvSpPr txBox="1"/>
              <p:nvPr/>
            </p:nvSpPr>
            <p:spPr>
              <a:xfrm>
                <a:off x="885468" y="996402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W</a:t>
                </a:r>
              </a:p>
            </p:txBody>
          </p:sp>
          <p:sp>
            <p:nvSpPr>
              <p:cNvPr id="1951" name="Rectangle 182"/>
              <p:cNvSpPr txBox="1"/>
              <p:nvPr/>
            </p:nvSpPr>
            <p:spPr>
              <a:xfrm>
                <a:off x="1328203" y="996402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T</a:t>
                </a:r>
              </a:p>
            </p:txBody>
          </p:sp>
          <p:sp>
            <p:nvSpPr>
              <p:cNvPr id="1952" name="Rectangle 183"/>
              <p:cNvSpPr txBox="1"/>
              <p:nvPr/>
            </p:nvSpPr>
            <p:spPr>
              <a:xfrm>
                <a:off x="1770938" y="996402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F</a:t>
                </a:r>
              </a:p>
            </p:txBody>
          </p:sp>
          <p:sp>
            <p:nvSpPr>
              <p:cNvPr id="1953" name="Rectangle 184"/>
              <p:cNvSpPr txBox="1"/>
              <p:nvPr/>
            </p:nvSpPr>
            <p:spPr>
              <a:xfrm>
                <a:off x="2213673" y="996402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S</a:t>
                </a:r>
              </a:p>
            </p:txBody>
          </p:sp>
          <p:sp>
            <p:nvSpPr>
              <p:cNvPr id="1954" name="Rectangle 185"/>
              <p:cNvSpPr txBox="1"/>
              <p:nvPr/>
            </p:nvSpPr>
            <p:spPr>
              <a:xfrm>
                <a:off x="2656406" y="996402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S</a:t>
                </a:r>
              </a:p>
            </p:txBody>
          </p:sp>
          <p:grpSp>
            <p:nvGrpSpPr>
              <p:cNvPr id="1957" name="Rectangle 186"/>
              <p:cNvGrpSpPr/>
              <p:nvPr/>
            </p:nvGrpSpPr>
            <p:grpSpPr>
              <a:xfrm>
                <a:off x="0" y="3520339"/>
                <a:ext cx="442737" cy="442736"/>
                <a:chOff x="0" y="0"/>
                <a:chExt cx="442735" cy="442735"/>
              </a:xfrm>
            </p:grpSpPr>
            <p:sp>
              <p:nvSpPr>
                <p:cNvPr id="195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56" name="30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30</a:t>
                  </a:r>
                </a:p>
              </p:txBody>
            </p:sp>
          </p:grpSp>
          <p:grpSp>
            <p:nvGrpSpPr>
              <p:cNvPr id="1960" name="Rectangle 187"/>
              <p:cNvGrpSpPr/>
              <p:nvPr/>
            </p:nvGrpSpPr>
            <p:grpSpPr>
              <a:xfrm>
                <a:off x="442735" y="3520339"/>
                <a:ext cx="442737" cy="442736"/>
                <a:chOff x="0" y="0"/>
                <a:chExt cx="442735" cy="442735"/>
              </a:xfrm>
            </p:grpSpPr>
            <p:sp>
              <p:nvSpPr>
                <p:cNvPr id="1958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rgbClr val="DEDEF4"/>
                </a:solidFill>
                <a:ln w="6350" cap="flat">
                  <a:solidFill>
                    <a:srgbClr val="F0F0FA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59" name="31"/>
                <p:cNvSpPr txBox="1"/>
                <p:nvPr/>
              </p:nvSpPr>
              <p:spPr>
                <a:xfrm>
                  <a:off x="3175" y="132467"/>
                  <a:ext cx="43638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31</a:t>
                  </a:r>
                </a:p>
              </p:txBody>
            </p:sp>
          </p:grpSp>
          <p:sp>
            <p:nvSpPr>
              <p:cNvPr id="1961" name="Rectangle 188"/>
              <p:cNvSpPr txBox="1"/>
              <p:nvPr/>
            </p:nvSpPr>
            <p:spPr>
              <a:xfrm>
                <a:off x="885468" y="365280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1</a:t>
                </a:r>
              </a:p>
            </p:txBody>
          </p:sp>
          <p:sp>
            <p:nvSpPr>
              <p:cNvPr id="1962" name="Rectangle 189"/>
              <p:cNvSpPr txBox="1"/>
              <p:nvPr/>
            </p:nvSpPr>
            <p:spPr>
              <a:xfrm>
                <a:off x="1328203" y="365280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2</a:t>
                </a:r>
              </a:p>
            </p:txBody>
          </p:sp>
          <p:sp>
            <p:nvSpPr>
              <p:cNvPr id="1963" name="Rectangle 190"/>
              <p:cNvSpPr txBox="1"/>
              <p:nvPr/>
            </p:nvSpPr>
            <p:spPr>
              <a:xfrm>
                <a:off x="1770938" y="365280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3</a:t>
                </a:r>
              </a:p>
            </p:txBody>
          </p:sp>
          <p:sp>
            <p:nvSpPr>
              <p:cNvPr id="1964" name="Rectangle 191"/>
              <p:cNvSpPr txBox="1"/>
              <p:nvPr/>
            </p:nvSpPr>
            <p:spPr>
              <a:xfrm>
                <a:off x="2213673" y="365280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4</a:t>
                </a:r>
              </a:p>
            </p:txBody>
          </p:sp>
          <p:sp>
            <p:nvSpPr>
              <p:cNvPr id="1965" name="Rectangle 192"/>
              <p:cNvSpPr txBox="1"/>
              <p:nvPr/>
            </p:nvSpPr>
            <p:spPr>
              <a:xfrm>
                <a:off x="2656406" y="3652806"/>
                <a:ext cx="442736" cy="177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sz="1200">
                    <a:solidFill>
                      <a:srgbClr val="9494DB"/>
                    </a:solidFill>
                    <a:latin typeface="+mn-lt"/>
                    <a:ea typeface="+mn-ea"/>
                    <a:cs typeface="+mn-cs"/>
                    <a:sym typeface="MAD Sans Fill Bold"/>
                  </a:defRPr>
                </a:lvl1pPr>
              </a:lstStyle>
              <a:p>
                <a:r>
                  <a:t>5</a:t>
                </a:r>
              </a:p>
            </p:txBody>
          </p:sp>
          <p:grpSp>
            <p:nvGrpSpPr>
              <p:cNvPr id="1968" name="Shape 1021"/>
              <p:cNvGrpSpPr/>
              <p:nvPr/>
            </p:nvGrpSpPr>
            <p:grpSpPr>
              <a:xfrm>
                <a:off x="-2" y="-2"/>
                <a:ext cx="3099145" cy="796658"/>
                <a:chOff x="-1" y="-1"/>
                <a:chExt cx="3099143" cy="796657"/>
              </a:xfrm>
            </p:grpSpPr>
            <p:sp>
              <p:nvSpPr>
                <p:cNvPr id="1966" name="Rectangle"/>
                <p:cNvSpPr/>
                <p:nvPr/>
              </p:nvSpPr>
              <p:spPr>
                <a:xfrm>
                  <a:off x="-1" y="-1"/>
                  <a:ext cx="3099143" cy="796657"/>
                </a:xfrm>
                <a:prstGeom prst="rect">
                  <a:avLst/>
                </a:pr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>
                  <a:outerShdw blurRad="38100" dist="12700" dir="5400000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defRPr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67" name="March"/>
                <p:cNvSpPr txBox="1"/>
                <p:nvPr/>
              </p:nvSpPr>
              <p:spPr>
                <a:xfrm>
                  <a:off x="-1" y="233227"/>
                  <a:ext cx="3099143" cy="3302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lnSpc>
                      <a:spcPct val="90000"/>
                    </a:lnSpc>
                    <a:defRPr b="1" cap="all" spc="-55">
                      <a:solidFill>
                        <a:srgbClr val="FFFFFF"/>
                      </a:solidFill>
                      <a:latin typeface="Neue Plak Extended Black"/>
                      <a:ea typeface="Neue Plak Extended Black"/>
                      <a:cs typeface="Neue Plak Extended Black"/>
                      <a:sym typeface="Neue Plak Extended Black"/>
                    </a:defRPr>
                  </a:lvl1pPr>
                </a:lstStyle>
                <a:p>
                  <a:r>
                    <a:t>March</a:t>
                  </a:r>
                </a:p>
              </p:txBody>
            </p:sp>
          </p:grpSp>
          <p:grpSp>
            <p:nvGrpSpPr>
              <p:cNvPr id="1971" name="Rectangle 151"/>
              <p:cNvGrpSpPr/>
              <p:nvPr/>
            </p:nvGrpSpPr>
            <p:grpSpPr>
              <a:xfrm>
                <a:off x="0" y="1749401"/>
                <a:ext cx="442737" cy="442737"/>
                <a:chOff x="0" y="0"/>
                <a:chExt cx="442735" cy="442735"/>
              </a:xfrm>
            </p:grpSpPr>
            <p:sp>
              <p:nvSpPr>
                <p:cNvPr id="1969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70" name="2"/>
                <p:cNvSpPr txBox="1"/>
                <p:nvPr/>
              </p:nvSpPr>
              <p:spPr>
                <a:xfrm>
                  <a:off x="0" y="132467"/>
                  <a:ext cx="44273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rgbClr val="F0F0FA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</a:t>
                  </a:r>
                </a:p>
              </p:txBody>
            </p:sp>
          </p:grpSp>
          <p:grpSp>
            <p:nvGrpSpPr>
              <p:cNvPr id="1974" name="Rectangle 168"/>
              <p:cNvGrpSpPr/>
              <p:nvPr/>
            </p:nvGrpSpPr>
            <p:grpSpPr>
              <a:xfrm>
                <a:off x="1328203" y="2634871"/>
                <a:ext cx="442737" cy="442737"/>
                <a:chOff x="0" y="0"/>
                <a:chExt cx="442735" cy="442735"/>
              </a:xfrm>
            </p:grpSpPr>
            <p:sp>
              <p:nvSpPr>
                <p:cNvPr id="1972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73" name="19"/>
                <p:cNvSpPr txBox="1"/>
                <p:nvPr/>
              </p:nvSpPr>
              <p:spPr>
                <a:xfrm>
                  <a:off x="0" y="132467"/>
                  <a:ext cx="44273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rgbClr val="F0F0FA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19</a:t>
                  </a:r>
                </a:p>
              </p:txBody>
            </p:sp>
          </p:grpSp>
          <p:grpSp>
            <p:nvGrpSpPr>
              <p:cNvPr id="1977" name="Rectangle 176"/>
              <p:cNvGrpSpPr/>
              <p:nvPr/>
            </p:nvGrpSpPr>
            <p:grpSpPr>
              <a:xfrm>
                <a:off x="1770938" y="3077604"/>
                <a:ext cx="442737" cy="442737"/>
                <a:chOff x="0" y="0"/>
                <a:chExt cx="442735" cy="442735"/>
              </a:xfrm>
            </p:grpSpPr>
            <p:sp>
              <p:nvSpPr>
                <p:cNvPr id="1975" name="Square"/>
                <p:cNvSpPr/>
                <p:nvPr/>
              </p:nvSpPr>
              <p:spPr>
                <a:xfrm>
                  <a:off x="0" y="0"/>
                  <a:ext cx="442735" cy="442735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0F0FA"/>
                      </a:solidFill>
                      <a:latin typeface="Neue Plak Text Regular"/>
                      <a:ea typeface="Neue Plak Text Regular"/>
                      <a:cs typeface="Neue Plak Text Regular"/>
                      <a:sym typeface="Neue Plak Text Regular"/>
                    </a:defRPr>
                  </a:pPr>
                  <a:endParaRPr/>
                </a:p>
              </p:txBody>
            </p:sp>
            <p:sp>
              <p:nvSpPr>
                <p:cNvPr id="1976" name="27"/>
                <p:cNvSpPr txBox="1"/>
                <p:nvPr/>
              </p:nvSpPr>
              <p:spPr>
                <a:xfrm>
                  <a:off x="0" y="132467"/>
                  <a:ext cx="442735" cy="177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>
                    <a:defRPr sz="1200">
                      <a:solidFill>
                        <a:srgbClr val="F0F0FA"/>
                      </a:solidFill>
                      <a:latin typeface="+mn-lt"/>
                      <a:ea typeface="+mn-ea"/>
                      <a:cs typeface="+mn-cs"/>
                      <a:sym typeface="MAD Sans Fill Bold"/>
                    </a:defRPr>
                  </a:lvl1pPr>
                </a:lstStyle>
                <a:p>
                  <a:r>
                    <a:t>27</a:t>
                  </a:r>
                </a:p>
              </p:txBody>
            </p:sp>
          </p:grpSp>
        </p:grp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154</Words>
  <Application>Microsoft Office PowerPoint</Application>
  <PresentationFormat>宽屏</PresentationFormat>
  <Paragraphs>151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MAD Sans Fill Bold</vt:lpstr>
      <vt:lpstr>MAD Sans Fill Regular</vt:lpstr>
      <vt:lpstr>Neue Plak Compressed Bold</vt:lpstr>
      <vt:lpstr>Neue Plak Extended Black</vt:lpstr>
      <vt:lpstr>Arial</vt:lpstr>
      <vt:lpstr>SECTION</vt:lpstr>
      <vt:lpstr>Calendar: FY Q4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2026-06-20T06:25:38Z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