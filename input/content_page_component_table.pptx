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sldIdLst>
    <p:sldId id="317" r:id="rId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>
      <p:cViewPr varScale="1">
        <p:scale>
          <a:sx n="116" d="100"/>
          <a:sy n="116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Graphic Elem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"/>
          <p:cNvSpPr/>
          <p:nvPr/>
        </p:nvSpPr>
        <p:spPr>
          <a:xfrm>
            <a:off x="-3394" y="1319299"/>
            <a:ext cx="12198789" cy="5559993"/>
          </a:xfrm>
          <a:prstGeom prst="rect">
            <a:avLst/>
          </a:prstGeom>
          <a:solidFill>
            <a:srgbClr val="1D1D1D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36" name="Click to Insert title"/>
          <p:cNvSpPr txBox="1">
            <a:spLocks noGrp="1"/>
          </p:cNvSpPr>
          <p:nvPr>
            <p:ph type="title" hasCustomPrompt="1"/>
          </p:nvPr>
        </p:nvSpPr>
        <p:spPr>
          <a:xfrm>
            <a:off x="530351" y="101086"/>
            <a:ext cx="11661649" cy="121699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70000"/>
              </a:lnSpc>
              <a:tabLst>
                <a:tab pos="1612900" algn="l"/>
              </a:tabLst>
              <a:defRPr sz="6000" b="0" spc="0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Click to Insert title</a:t>
            </a:r>
          </a:p>
        </p:txBody>
      </p:sp>
      <p:pic>
        <p:nvPicPr>
          <p:cNvPr id="13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insert Table title</a:t>
            </a:r>
          </a:p>
        </p:txBody>
      </p:sp>
      <p:graphicFrame>
        <p:nvGraphicFramePr>
          <p:cNvPr id="2103" name="Table 1993"/>
          <p:cNvGraphicFramePr/>
          <p:nvPr/>
        </p:nvGraphicFramePr>
        <p:xfrm>
          <a:off x="889000" y="2130025"/>
          <a:ext cx="10414000" cy="3292079"/>
        </p:xfrm>
        <a:graphic>
          <a:graphicData uri="http://schemas.openxmlformats.org/drawingml/2006/table">
            <a:tbl>
              <a:tblPr firstRow="1" firstCol="1" lastRow="1">
                <a:tableStyleId>{4C3C2611-4C71-4FC5-86AE-919BDF0F9419}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29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rPr>
                        <a:t>COLUMN 1</a:t>
                      </a:r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rPr>
                        <a:t>COLUMN 2</a:t>
                      </a:r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rPr>
                        <a:t>COLUMN 3</a:t>
                      </a:r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rPr>
                        <a:t>COLUMN 4</a:t>
                      </a:r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97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rPr>
                        <a:t>FIRST ROW</a:t>
                      </a:r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0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97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rPr>
                        <a:t>SECOND ROW</a:t>
                      </a:r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97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rPr>
                        <a:t>THIRD ROW</a:t>
                      </a:r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0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97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rPr>
                        <a:t>FOURTH ROW</a:t>
                      </a:r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97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rPr>
                        <a:t>FIFTH ROW</a:t>
                      </a:r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0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97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rPr>
                        <a:t>SIXTH ROW</a:t>
                      </a:r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FFFFFF"/>
                          </a:solidFill>
                          <a:latin typeface="Neue Plak Regular"/>
                          <a:ea typeface="Neue Plak Regular"/>
                          <a:cs typeface="Neue Plak Regular"/>
                          <a:sym typeface="Neue Plak Regular"/>
                        </a:defRPr>
                      </a:pPr>
                      <a:endParaRPr/>
                    </a:p>
                  </a:txBody>
                  <a:tcPr marL="25400" marR="25400" marT="25400" marB="254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3929ED-7080-4A79-B791-35EBBED7710E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B99182E1-703F-41E6-BC43-80893570CF5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MAD Sans Fill Bold</vt:lpstr>
      <vt:lpstr>MAD Sans Fill Regular</vt:lpstr>
      <vt:lpstr>Neue Plak Compressed Bold</vt:lpstr>
      <vt:lpstr>Neue Plak Extended Black</vt:lpstr>
      <vt:lpstr>Neue Plak Regular</vt:lpstr>
      <vt:lpstr>Arial</vt:lpstr>
      <vt:lpstr>SECTION</vt:lpstr>
      <vt:lpstr>insert Table 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H8711@365mak.com</cp:lastModifiedBy>
  <cp:revision>14</cp:revision>
  <dcterms:created xsi:type="dcterms:W3CDTF">2026-05-29T03:48:00Z</dcterms:created>
  <dcterms:modified xsi:type="dcterms:W3CDTF">2026-06-20T05:08:20Z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2052-12.1.0.26375</vt:lpwstr>
  </property>
  <property fmtid="{D5CDD505-2E9C-101B-9397-08002B2CF9AE}" pid="11" name="ICV">
    <vt:lpwstr>FE4F2D96BE674BC98C134EE0FB806449_12</vt:lpwstr>
  </property>
</Properties>
</file>