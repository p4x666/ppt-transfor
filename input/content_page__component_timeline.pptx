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303" r:id="rId5"/>
    <p:sldId id="304" r:id="rId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Click to Insert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itle 2"/>
          <p:cNvSpPr txBox="1">
            <a:spLocks noGrp="1"/>
          </p:cNvSpPr>
          <p:nvPr>
            <p:ph type="title"/>
          </p:nvPr>
        </p:nvSpPr>
        <p:spPr>
          <a:xfrm>
            <a:off x="-1" y="101086"/>
            <a:ext cx="12192001" cy="1216997"/>
          </a:xfrm>
          <a:prstGeom prst="rect">
            <a:avLst/>
          </a:prstGeom>
        </p:spPr>
        <p:txBody>
          <a:bodyPr/>
          <a:lstStyle>
            <a:lvl1pPr algn="ctr">
              <a:defRPr sz="5000"/>
            </a:lvl1pPr>
          </a:lstStyle>
          <a:p>
            <a:r>
              <a:t>major event Timeline</a:t>
            </a:r>
          </a:p>
        </p:txBody>
      </p:sp>
      <p:sp>
        <p:nvSpPr>
          <p:cNvPr id="490" name="Straight Connector 5"/>
          <p:cNvSpPr/>
          <p:nvPr/>
        </p:nvSpPr>
        <p:spPr>
          <a:xfrm flipV="1">
            <a:off x="-1" y="3833336"/>
            <a:ext cx="12192001" cy="2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1" name="Oval 7"/>
          <p:cNvSpPr/>
          <p:nvPr/>
        </p:nvSpPr>
        <p:spPr>
          <a:xfrm>
            <a:off x="3161155" y="3637673"/>
            <a:ext cx="371001" cy="371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492" name="Textfeld 38"/>
          <p:cNvSpPr txBox="1"/>
          <p:nvPr/>
        </p:nvSpPr>
        <p:spPr>
          <a:xfrm>
            <a:off x="2195587" y="1758387"/>
            <a:ext cx="2302136" cy="9677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defRPr sz="28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493" name="Straight Connector 39"/>
          <p:cNvSpPr/>
          <p:nvPr/>
        </p:nvSpPr>
        <p:spPr>
          <a:xfrm flipV="1">
            <a:off x="3346655" y="2825557"/>
            <a:ext cx="1" cy="998835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4" name="Oval 7"/>
          <p:cNvSpPr/>
          <p:nvPr/>
        </p:nvSpPr>
        <p:spPr>
          <a:xfrm>
            <a:off x="8659844" y="3646378"/>
            <a:ext cx="371001" cy="371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495" name="Straight Connector 39"/>
          <p:cNvSpPr/>
          <p:nvPr/>
        </p:nvSpPr>
        <p:spPr>
          <a:xfrm flipV="1">
            <a:off x="8845344" y="2834262"/>
            <a:ext cx="1" cy="998835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6" name="Oval 7"/>
          <p:cNvSpPr/>
          <p:nvPr/>
        </p:nvSpPr>
        <p:spPr>
          <a:xfrm>
            <a:off x="5910500" y="3657810"/>
            <a:ext cx="371000" cy="371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497" name="Straight Connector 39"/>
          <p:cNvSpPr/>
          <p:nvPr/>
        </p:nvSpPr>
        <p:spPr>
          <a:xfrm flipV="1">
            <a:off x="6095999" y="3863123"/>
            <a:ext cx="1" cy="998835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8" name="Textfeld 38"/>
          <p:cNvSpPr txBox="1"/>
          <p:nvPr/>
        </p:nvSpPr>
        <p:spPr>
          <a:xfrm>
            <a:off x="7694277" y="1759656"/>
            <a:ext cx="2302136" cy="1005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499" name="Textfeld 38"/>
          <p:cNvSpPr txBox="1"/>
          <p:nvPr/>
        </p:nvSpPr>
        <p:spPr>
          <a:xfrm>
            <a:off x="4944932" y="4846238"/>
            <a:ext cx="2302136" cy="1005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traight Connector 5"/>
          <p:cNvSpPr/>
          <p:nvPr/>
        </p:nvSpPr>
        <p:spPr>
          <a:xfrm flipV="1">
            <a:off x="-1" y="3833336"/>
            <a:ext cx="12192001" cy="2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2" name="Oval 7"/>
          <p:cNvSpPr/>
          <p:nvPr/>
        </p:nvSpPr>
        <p:spPr>
          <a:xfrm>
            <a:off x="1541478" y="3784814"/>
            <a:ext cx="97045" cy="9704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503" name="TextBox 8"/>
          <p:cNvSpPr txBox="1"/>
          <p:nvPr/>
        </p:nvSpPr>
        <p:spPr>
          <a:xfrm>
            <a:off x="681092" y="4292261"/>
            <a:ext cx="1817814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04" name="Oval 23"/>
          <p:cNvSpPr/>
          <p:nvPr/>
        </p:nvSpPr>
        <p:spPr>
          <a:xfrm>
            <a:off x="3793418" y="3784814"/>
            <a:ext cx="97045" cy="9704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505" name="Oval 35"/>
          <p:cNvSpPr/>
          <p:nvPr/>
        </p:nvSpPr>
        <p:spPr>
          <a:xfrm>
            <a:off x="6045358" y="3796456"/>
            <a:ext cx="97045" cy="9704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506" name="Oval 41"/>
          <p:cNvSpPr/>
          <p:nvPr/>
        </p:nvSpPr>
        <p:spPr>
          <a:xfrm>
            <a:off x="8297298" y="3784814"/>
            <a:ext cx="97045" cy="9704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507" name="Oval 47"/>
          <p:cNvSpPr/>
          <p:nvPr/>
        </p:nvSpPr>
        <p:spPr>
          <a:xfrm>
            <a:off x="10549239" y="3784814"/>
            <a:ext cx="97045" cy="9704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rotWithShape="0">
              <a:srgbClr val="F0F0FA"/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508" name="Straight Connector 18"/>
          <p:cNvSpPr/>
          <p:nvPr/>
        </p:nvSpPr>
        <p:spPr>
          <a:xfrm flipV="1">
            <a:off x="1585755" y="3044158"/>
            <a:ext cx="1" cy="745051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9" name="Straight Connector 33"/>
          <p:cNvSpPr/>
          <p:nvPr/>
        </p:nvSpPr>
        <p:spPr>
          <a:xfrm flipV="1">
            <a:off x="3837695" y="3044158"/>
            <a:ext cx="1" cy="745051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0" name="Straight Connector 39"/>
          <p:cNvSpPr/>
          <p:nvPr/>
        </p:nvSpPr>
        <p:spPr>
          <a:xfrm flipV="1">
            <a:off x="6089635" y="3064356"/>
            <a:ext cx="1" cy="745052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1" name="Straight Connector 45"/>
          <p:cNvSpPr/>
          <p:nvPr/>
        </p:nvSpPr>
        <p:spPr>
          <a:xfrm flipV="1">
            <a:off x="8341576" y="3044158"/>
            <a:ext cx="1" cy="745051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2" name="Straight Connector 51"/>
          <p:cNvSpPr/>
          <p:nvPr/>
        </p:nvSpPr>
        <p:spPr>
          <a:xfrm flipV="1">
            <a:off x="10593516" y="3044158"/>
            <a:ext cx="1" cy="745051"/>
          </a:xfrm>
          <a:prstGeom prst="line">
            <a:avLst/>
          </a:prstGeom>
          <a:ln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3" name="TextBox 1"/>
          <p:cNvSpPr txBox="1"/>
          <p:nvPr/>
        </p:nvSpPr>
        <p:spPr>
          <a:xfrm>
            <a:off x="2928789" y="4292261"/>
            <a:ext cx="1817814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14" name="TextBox 3"/>
          <p:cNvSpPr txBox="1"/>
          <p:nvPr/>
        </p:nvSpPr>
        <p:spPr>
          <a:xfrm>
            <a:off x="5187093" y="4292261"/>
            <a:ext cx="1817814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15" name="TextBox 4"/>
          <p:cNvSpPr txBox="1"/>
          <p:nvPr/>
        </p:nvSpPr>
        <p:spPr>
          <a:xfrm>
            <a:off x="7432668" y="4294602"/>
            <a:ext cx="1817814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16" name="TextBox 6"/>
          <p:cNvSpPr txBox="1"/>
          <p:nvPr/>
        </p:nvSpPr>
        <p:spPr>
          <a:xfrm>
            <a:off x="9693094" y="4294602"/>
            <a:ext cx="1817814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17" name="Textfeld 38"/>
          <p:cNvSpPr txBox="1"/>
          <p:nvPr/>
        </p:nvSpPr>
        <p:spPr>
          <a:xfrm>
            <a:off x="438933" y="2333950"/>
            <a:ext cx="2302136" cy="421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Insert Date</a:t>
            </a:r>
          </a:p>
        </p:txBody>
      </p:sp>
      <p:sp>
        <p:nvSpPr>
          <p:cNvPr id="518" name="Textfeld 38"/>
          <p:cNvSpPr txBox="1"/>
          <p:nvPr/>
        </p:nvSpPr>
        <p:spPr>
          <a:xfrm>
            <a:off x="2686628" y="2333950"/>
            <a:ext cx="2302136" cy="421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Insert Date</a:t>
            </a:r>
          </a:p>
        </p:txBody>
      </p:sp>
      <p:sp>
        <p:nvSpPr>
          <p:cNvPr id="519" name="Textfeld 38"/>
          <p:cNvSpPr txBox="1"/>
          <p:nvPr/>
        </p:nvSpPr>
        <p:spPr>
          <a:xfrm>
            <a:off x="4938568" y="2333950"/>
            <a:ext cx="2302136" cy="421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Insert Date</a:t>
            </a:r>
          </a:p>
        </p:txBody>
      </p:sp>
      <p:sp>
        <p:nvSpPr>
          <p:cNvPr id="520" name="Textfeld 38"/>
          <p:cNvSpPr txBox="1"/>
          <p:nvPr/>
        </p:nvSpPr>
        <p:spPr>
          <a:xfrm>
            <a:off x="7194753" y="2333950"/>
            <a:ext cx="2302136" cy="421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Insert Date</a:t>
            </a:r>
          </a:p>
        </p:txBody>
      </p:sp>
      <p:sp>
        <p:nvSpPr>
          <p:cNvPr id="521" name="Textfeld 38"/>
          <p:cNvSpPr txBox="1"/>
          <p:nvPr/>
        </p:nvSpPr>
        <p:spPr>
          <a:xfrm>
            <a:off x="9443604" y="2333950"/>
            <a:ext cx="2302136" cy="421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Insert Date</a:t>
            </a:r>
          </a:p>
        </p:txBody>
      </p:sp>
      <p:sp>
        <p:nvSpPr>
          <p:cNvPr id="522" name="Title 2"/>
          <p:cNvSpPr txBox="1">
            <a:spLocks noGrp="1"/>
          </p:cNvSpPr>
          <p:nvPr>
            <p:ph type="title"/>
          </p:nvPr>
        </p:nvSpPr>
        <p:spPr>
          <a:xfrm>
            <a:off x="-1" y="101086"/>
            <a:ext cx="12192001" cy="1216997"/>
          </a:xfrm>
          <a:prstGeom prst="rect">
            <a:avLst/>
          </a:prstGeom>
        </p:spPr>
        <p:txBody>
          <a:bodyPr/>
          <a:lstStyle>
            <a:lvl1pPr algn="ctr">
              <a:defRPr sz="5000"/>
            </a:lvl1pPr>
          </a:lstStyle>
          <a:p>
            <a:r>
              <a:t>linear event Timeline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MAD Sans Fill Bold</vt:lpstr>
      <vt:lpstr>MAD Sans Fill Regular</vt:lpstr>
      <vt:lpstr>Neue Plak Compressed Bold</vt:lpstr>
      <vt:lpstr>Neue Plak Extended Black</vt:lpstr>
      <vt:lpstr>Neue Plak Text Regular</vt:lpstr>
      <vt:lpstr>Arial</vt:lpstr>
      <vt:lpstr>SECTION</vt:lpstr>
      <vt:lpstr>major event Timeline</vt:lpstr>
      <vt:lpstr>linear event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2026-06-20T06:23:21Z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