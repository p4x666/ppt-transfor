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61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0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Content Placeholder 3"/>
          <p:cNvGraphicFramePr/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999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0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4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4" name="Text Placeholder 9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385445">
              <a:lnSpc>
                <a:spcPct val="60000"/>
              </a:lnSpc>
              <a:defRPr sz="6600" cap="all" spc="149">
                <a:solidFill>
                  <a:srgbClr val="000000"/>
                </a:solidFill>
                <a:uFill>
                  <a:solidFill>
                    <a:srgbClr val="5F5F5F"/>
                  </a:solidFill>
                </a:u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pPr>
            <a:r>
              <a:t>Insert agenda</a:t>
            </a:r>
            <a:br/>
            <a:r>
              <a:t>title Text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MAD Sans Fill Bold</vt:lpstr>
      <vt:lpstr>MAD Sans Fill Regular</vt:lpstr>
      <vt:lpstr>Neue Plak Extended Black</vt:lpstr>
      <vt:lpstr>Neue Plak Extended SemiBold</vt:lpstr>
      <vt:lpstr>Neue Plak SemiBold</vt:lpstr>
      <vt:lpstr>Arial</vt:lpstr>
      <vt:lpstr>SECTION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