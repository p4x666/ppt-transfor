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292" r:id="rId5"/>
    <p:sldId id="293" r:id="rId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0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958" y="1137030"/>
            <a:ext cx="7544084" cy="45839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806" y="3112567"/>
            <a:ext cx="1074388" cy="63286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9" name="TextBox 8"/>
          <p:cNvSpPr txBox="1"/>
          <p:nvPr/>
        </p:nvSpPr>
        <p:spPr>
          <a:xfrm>
            <a:off x="2338085" y="2831419"/>
            <a:ext cx="2952314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40" name="TextBox 8"/>
          <p:cNvSpPr txBox="1"/>
          <p:nvPr/>
        </p:nvSpPr>
        <p:spPr>
          <a:xfrm>
            <a:off x="6901600" y="2831419"/>
            <a:ext cx="2952315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958" y="1137030"/>
            <a:ext cx="7544084" cy="45839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3" name="title text"/>
          <p:cNvSpPr txBox="1"/>
          <p:nvPr/>
        </p:nvSpPr>
        <p:spPr>
          <a:xfrm>
            <a:off x="5471864" y="2746378"/>
            <a:ext cx="1248272" cy="180720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612775">
              <a:lnSpc>
                <a:spcPct val="70000"/>
              </a:lnSpc>
              <a:defRPr sz="536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444" name="TextBox 8"/>
          <p:cNvSpPr txBox="1"/>
          <p:nvPr/>
        </p:nvSpPr>
        <p:spPr>
          <a:xfrm>
            <a:off x="2338085" y="2831419"/>
            <a:ext cx="2952314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45" name="TextBox 8"/>
          <p:cNvSpPr txBox="1"/>
          <p:nvPr/>
        </p:nvSpPr>
        <p:spPr>
          <a:xfrm>
            <a:off x="6901600" y="2831419"/>
            <a:ext cx="2952314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MAD Sans Fill Bold</vt:lpstr>
      <vt:lpstr>MAD Sans Fill Regular</vt:lpstr>
      <vt:lpstr>Neue Plak Extended Black</vt:lpstr>
      <vt:lpstr>Arial</vt:lpstr>
      <vt:lpstr>SECTION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