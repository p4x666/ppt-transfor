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68" r:id="rId5"/>
    <p:sldId id="270" r:id="rId6"/>
    <p:sldId id="272" r:id="rId7"/>
    <p:sldId id="327" r:id="rId8"/>
    <p:sldId id="274" r:id="rId9"/>
    <p:sldId id="276" r:id="rId10"/>
    <p:sldId id="27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7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Click to Insert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Bold 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pic>
        <p:nvPicPr>
          <p:cNvPr id="15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Mini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06"/>
            <a:ext cx="12192001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5" r:id="rId4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insert title text</a:t>
            </a:r>
          </a:p>
        </p:txBody>
      </p:sp>
      <p:sp>
        <p:nvSpPr>
          <p:cNvPr id="262" name="TextBox 8"/>
          <p:cNvSpPr txBox="1"/>
          <p:nvPr/>
        </p:nvSpPr>
        <p:spPr>
          <a:xfrm>
            <a:off x="656673" y="1779181"/>
            <a:ext cx="4952653" cy="508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457200">
              <a:defRPr sz="2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Body Text</a:t>
            </a:r>
          </a:p>
        </p:txBody>
      </p:sp>
      <p:sp>
        <p:nvSpPr>
          <p:cNvPr id="263" name="IMAGE PLACEHOLDER"/>
          <p:cNvSpPr txBox="1"/>
          <p:nvPr/>
        </p:nvSpPr>
        <p:spPr>
          <a:xfrm>
            <a:off x="6122122" y="-2858"/>
            <a:ext cx="6071277" cy="6273960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insert title text</a:t>
            </a:r>
          </a:p>
        </p:txBody>
      </p:sp>
      <p:sp>
        <p:nvSpPr>
          <p:cNvPr id="271" name="IMAGE PLACEHOLDER"/>
          <p:cNvSpPr txBox="1"/>
          <p:nvPr/>
        </p:nvSpPr>
        <p:spPr>
          <a:xfrm>
            <a:off x="-59947" y="-1"/>
            <a:ext cx="8326527" cy="637867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  <p:sp>
        <p:nvSpPr>
          <p:cNvPr id="272" name="IMAGE PLACEHOLDER"/>
          <p:cNvSpPr txBox="1"/>
          <p:nvPr/>
        </p:nvSpPr>
        <p:spPr>
          <a:xfrm>
            <a:off x="8255266" y="-2858"/>
            <a:ext cx="3938133" cy="6384385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insert title text</a:t>
            </a:r>
          </a:p>
        </p:txBody>
      </p:sp>
      <p:sp>
        <p:nvSpPr>
          <p:cNvPr id="280" name="TextBox 8"/>
          <p:cNvSpPr txBox="1"/>
          <p:nvPr/>
        </p:nvSpPr>
        <p:spPr>
          <a:xfrm>
            <a:off x="656673" y="1779181"/>
            <a:ext cx="10878654" cy="508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457200">
              <a:defRPr sz="2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Body Text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rPr lang="en-US"/>
              <a:t>The Marketing OUTFITS</a:t>
            </a:r>
          </a:p>
        </p:txBody>
      </p:sp>
      <p:sp>
        <p:nvSpPr>
          <p:cNvPr id="283" name="TextBox 8"/>
          <p:cNvSpPr txBox="1"/>
          <p:nvPr/>
        </p:nvSpPr>
        <p:spPr>
          <a:xfrm>
            <a:off x="525855" y="1779181"/>
            <a:ext cx="7154924" cy="508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457200">
              <a:defRPr sz="2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Body Text</a:t>
            </a:r>
          </a:p>
        </p:txBody>
      </p:sp>
      <p:sp>
        <p:nvSpPr>
          <p:cNvPr id="284" name="TextBox 8"/>
          <p:cNvSpPr txBox="1"/>
          <p:nvPr/>
        </p:nvSpPr>
        <p:spPr>
          <a:xfrm>
            <a:off x="656673" y="1779181"/>
            <a:ext cx="10878654" cy="508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457200">
              <a:defRPr sz="2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Body Text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568132" y="3244335"/>
            <a:ext cx="105573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MAD Sans Fill Regular"/>
                <a:ea typeface="MAD Sans Fill Regular"/>
                <a:cs typeface="MAD Sans Fill Regular"/>
                <a:sym typeface="MAD Sans Fill Regular"/>
              </a:rPr>
              <a:t>Placemat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itle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insert title text</a:t>
            </a:r>
          </a:p>
        </p:txBody>
      </p:sp>
      <p:sp>
        <p:nvSpPr>
          <p:cNvPr id="287" name="IMAGE PLACEHOLDER"/>
          <p:cNvSpPr txBox="1"/>
          <p:nvPr/>
        </p:nvSpPr>
        <p:spPr>
          <a:xfrm>
            <a:off x="-1399" y="1320462"/>
            <a:ext cx="12194798" cy="4950640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8"/>
          <p:cNvSpPr txBox="1"/>
          <p:nvPr/>
        </p:nvSpPr>
        <p:spPr>
          <a:xfrm>
            <a:off x="2518538" y="385083"/>
            <a:ext cx="7154924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 Text</a:t>
            </a:r>
          </a:p>
        </p:txBody>
      </p:sp>
      <p:sp>
        <p:nvSpPr>
          <p:cNvPr id="293" name="IMAGE PLACEHOLDER"/>
          <p:cNvSpPr txBox="1"/>
          <p:nvPr/>
        </p:nvSpPr>
        <p:spPr>
          <a:xfrm>
            <a:off x="-1399" y="1030381"/>
            <a:ext cx="12194798" cy="5240721"/>
          </a:xfrm>
          <a:prstGeom prst="rect">
            <a:avLst/>
          </a:prstGeom>
          <a:solidFill>
            <a:schemeClr val="accent4">
              <a:satOff val="-2684"/>
              <a:lumOff val="33431"/>
            </a:schemeClr>
          </a:solidFill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914400">
              <a:lnSpc>
                <a:spcPct val="70000"/>
              </a:lnSpc>
              <a:defRPr sz="1200" cap="all" spc="-8">
                <a:solidFill>
                  <a:srgbClr val="000000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IMAGE PLACEHOLDER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8"/>
          <p:cNvSpPr txBox="1"/>
          <p:nvPr/>
        </p:nvSpPr>
        <p:spPr>
          <a:xfrm>
            <a:off x="2518538" y="385083"/>
            <a:ext cx="7154924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457200"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 Text</a:t>
            </a:r>
          </a:p>
        </p:txBody>
      </p:sp>
      <p:sp>
        <p:nvSpPr>
          <p:cNvPr id="300" name="TextBox 8"/>
          <p:cNvSpPr txBox="1"/>
          <p:nvPr/>
        </p:nvSpPr>
        <p:spPr>
          <a:xfrm>
            <a:off x="2518538" y="2998381"/>
            <a:ext cx="7154924" cy="508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457200">
              <a:defRPr sz="2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Body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3929ED-7080-4A79-B791-35EBBED7710E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B99182E1-703F-41E6-BC43-80893570CF5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47</Words>
  <Application>Microsoft Office PowerPoint</Application>
  <PresentationFormat>宽屏</PresentationFormat>
  <Paragraphs>18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MAD Sans Fill Bold</vt:lpstr>
      <vt:lpstr>MAD Sans Fill Regular</vt:lpstr>
      <vt:lpstr>Neue Plak Compressed Bold</vt:lpstr>
      <vt:lpstr>Neue Plak Extended Black</vt:lpstr>
      <vt:lpstr>Arial</vt:lpstr>
      <vt:lpstr>SECTION</vt:lpstr>
      <vt:lpstr>insert title text</vt:lpstr>
      <vt:lpstr>insert title text</vt:lpstr>
      <vt:lpstr>insert title text</vt:lpstr>
      <vt:lpstr>The Marketing OUTFITS</vt:lpstr>
      <vt:lpstr>insert title text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14</cp:revision>
  <dcterms:created xsi:type="dcterms:W3CDTF">2026-05-29T03:48:00Z</dcterms:created>
  <dcterms:modified xsi:type="dcterms:W3CDTF">2026-06-20T05:16:04Z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